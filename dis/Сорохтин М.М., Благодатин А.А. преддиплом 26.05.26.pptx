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62" r:id="rId10"/>
    <p:sldId id="264" r:id="rId11"/>
    <p:sldId id="270" r:id="rId12"/>
    <p:sldId id="271" r:id="rId13"/>
    <p:sldId id="272" r:id="rId14"/>
    <p:sldId id="273" r:id="rId15"/>
    <p:sldId id="266" r:id="rId16"/>
    <p:sldId id="269" r:id="rId17"/>
    <p:sldId id="268" r:id="rId18"/>
  </p:sldIdLst>
  <p:sldSz cx="9144000" cy="6858000" type="screen4x3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695B7-3AEB-4AF0-A7E6-454A1421478E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3B90A-8818-4A58-8F23-C1666E0CA2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49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Диаграммы тр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body"/>
          </p:nvPr>
        </p:nvSpPr>
        <p:spPr>
          <a:xfrm>
            <a:off x="472680" y="5189400"/>
            <a:ext cx="2379960" cy="63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68720" y="1982520"/>
            <a:ext cx="2379960" cy="307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3232440" y="5189400"/>
            <a:ext cx="2379960" cy="63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3228480" y="1982520"/>
            <a:ext cx="2379960" cy="307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952960" y="5185800"/>
            <a:ext cx="2379960" cy="63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body"/>
          </p:nvPr>
        </p:nvSpPr>
        <p:spPr>
          <a:xfrm>
            <a:off x="5949000" y="1978920"/>
            <a:ext cx="2379960" cy="307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7" name="Google Shape;167;p35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8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9" name="PlaceHolder 9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" name="PlaceHolder 10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1" name="PlaceHolder 1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Ноутбу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5;p43"/>
          <p:cNvSpPr/>
          <p:nvPr/>
        </p:nvSpPr>
        <p:spPr>
          <a:xfrm>
            <a:off x="0" y="5121720"/>
            <a:ext cx="9143280" cy="17352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3" name="Google Shape;326;p43"/>
          <p:cNvPicPr/>
          <p:nvPr/>
        </p:nvPicPr>
        <p:blipFill>
          <a:blip r:embed="rId2"/>
          <a:srcRect l="16861" t="19866" r="15145" b="17922"/>
          <a:stretch/>
        </p:blipFill>
        <p:spPr>
          <a:xfrm>
            <a:off x="1437120" y="1522440"/>
            <a:ext cx="6269040" cy="509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2193120" y="1857240"/>
            <a:ext cx="4604400" cy="38437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6" name="Google Shape;329;p43"/>
          <p:cNvPicPr/>
          <p:nvPr/>
        </p:nvPicPr>
        <p:blipFill>
          <a:blip r:embed="rId3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142640" y="1122120"/>
            <a:ext cx="6857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2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118BF9-5B78-492B-869D-255A5F6791A8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 фото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34;p44"/>
          <p:cNvSpPr/>
          <p:nvPr/>
        </p:nvSpPr>
        <p:spPr>
          <a:xfrm>
            <a:off x="0" y="1609920"/>
            <a:ext cx="9143280" cy="524736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487440" y="223776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68720" y="5403960"/>
            <a:ext cx="168192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8720" y="4973040"/>
            <a:ext cx="168192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2541600" y="540396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2541600" y="497340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4585320" y="542988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4585320" y="499932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4" name="PlaceHolder 8"/>
          <p:cNvSpPr>
            <a:spLocks noGrp="1"/>
          </p:cNvSpPr>
          <p:nvPr>
            <p:ph type="body"/>
          </p:nvPr>
        </p:nvSpPr>
        <p:spPr>
          <a:xfrm>
            <a:off x="6651000" y="541980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5" name="PlaceHolder 9"/>
          <p:cNvSpPr>
            <a:spLocks noGrp="1"/>
          </p:cNvSpPr>
          <p:nvPr>
            <p:ph type="body"/>
          </p:nvPr>
        </p:nvSpPr>
        <p:spPr>
          <a:xfrm>
            <a:off x="6651000" y="498924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6" name="PlaceHolder 10"/>
          <p:cNvSpPr>
            <a:spLocks noGrp="1"/>
          </p:cNvSpPr>
          <p:nvPr>
            <p:ph type="body"/>
          </p:nvPr>
        </p:nvSpPr>
        <p:spPr>
          <a:xfrm>
            <a:off x="2541600" y="224388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7" name="PlaceHolder 11"/>
          <p:cNvSpPr>
            <a:spLocks noGrp="1"/>
          </p:cNvSpPr>
          <p:nvPr>
            <p:ph type="body"/>
          </p:nvPr>
        </p:nvSpPr>
        <p:spPr>
          <a:xfrm>
            <a:off x="4585320" y="224784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8" name="PlaceHolder 12"/>
          <p:cNvSpPr>
            <a:spLocks noGrp="1"/>
          </p:cNvSpPr>
          <p:nvPr>
            <p:ph type="body"/>
          </p:nvPr>
        </p:nvSpPr>
        <p:spPr>
          <a:xfrm>
            <a:off x="6651000" y="224388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9" name="PlaceHolder 13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40" name="Google Shape;348;p44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4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2" name="PlaceHolder 15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3" name="PlaceHolder 16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4" name="PlaceHolder 1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Логотипы партнеров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353;p45"/>
          <p:cNvSpPr/>
          <p:nvPr/>
        </p:nvSpPr>
        <p:spPr>
          <a:xfrm>
            <a:off x="0" y="360"/>
            <a:ext cx="4571280" cy="68569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5187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body"/>
          </p:nvPr>
        </p:nvSpPr>
        <p:spPr>
          <a:xfrm>
            <a:off x="441360" y="425880"/>
            <a:ext cx="3621600" cy="657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41360" y="6499440"/>
            <a:ext cx="3648960" cy="2656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41360" y="663480"/>
            <a:ext cx="3621600" cy="3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grpSp>
        <p:nvGrpSpPr>
          <p:cNvPr id="49" name="Google Shape;357;p45"/>
          <p:cNvGrpSpPr/>
          <p:nvPr/>
        </p:nvGrpSpPr>
        <p:grpSpPr>
          <a:xfrm>
            <a:off x="4572000" y="6120"/>
            <a:ext cx="4565880" cy="6850440"/>
            <a:chOff x="4572000" y="6120"/>
            <a:chExt cx="4565880" cy="6850440"/>
          </a:xfrm>
        </p:grpSpPr>
        <p:sp>
          <p:nvSpPr>
            <p:cNvPr id="50" name="Google Shape;358;p45"/>
            <p:cNvSpPr/>
            <p:nvPr/>
          </p:nvSpPr>
          <p:spPr>
            <a:xfrm>
              <a:off x="4572000" y="6120"/>
              <a:ext cx="114192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1" name="Google Shape;359;p45"/>
            <p:cNvSpPr/>
            <p:nvPr/>
          </p:nvSpPr>
          <p:spPr>
            <a:xfrm>
              <a:off x="5713560" y="612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2" name="Google Shape;360;p45"/>
            <p:cNvSpPr/>
            <p:nvPr/>
          </p:nvSpPr>
          <p:spPr>
            <a:xfrm>
              <a:off x="6855480" y="6120"/>
              <a:ext cx="114156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3" name="Google Shape;361;p45"/>
            <p:cNvSpPr/>
            <p:nvPr/>
          </p:nvSpPr>
          <p:spPr>
            <a:xfrm>
              <a:off x="4572000" y="2294280"/>
              <a:ext cx="1141920" cy="228636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4" name="Google Shape;362;p45"/>
            <p:cNvSpPr/>
            <p:nvPr/>
          </p:nvSpPr>
          <p:spPr>
            <a:xfrm>
              <a:off x="5713560" y="2294280"/>
              <a:ext cx="1141920" cy="228636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5" name="Google Shape;363;p45"/>
            <p:cNvSpPr/>
            <p:nvPr/>
          </p:nvSpPr>
          <p:spPr>
            <a:xfrm>
              <a:off x="6855480" y="2294280"/>
              <a:ext cx="1141560" cy="228636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6" name="Google Shape;364;p45"/>
            <p:cNvSpPr/>
            <p:nvPr/>
          </p:nvSpPr>
          <p:spPr>
            <a:xfrm>
              <a:off x="4572000" y="4569840"/>
              <a:ext cx="114192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7" name="Google Shape;365;p45"/>
            <p:cNvSpPr/>
            <p:nvPr/>
          </p:nvSpPr>
          <p:spPr>
            <a:xfrm>
              <a:off x="5713560" y="456984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8" name="Google Shape;366;p45"/>
            <p:cNvSpPr/>
            <p:nvPr/>
          </p:nvSpPr>
          <p:spPr>
            <a:xfrm>
              <a:off x="6855480" y="4569840"/>
              <a:ext cx="114156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9" name="Google Shape;367;p45"/>
            <p:cNvSpPr/>
            <p:nvPr/>
          </p:nvSpPr>
          <p:spPr>
            <a:xfrm>
              <a:off x="7995960" y="456984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60" name="Google Shape;368;p45"/>
            <p:cNvSpPr/>
            <p:nvPr/>
          </p:nvSpPr>
          <p:spPr>
            <a:xfrm>
              <a:off x="7995960" y="2287080"/>
              <a:ext cx="1141920" cy="228636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61" name="Google Shape;369;p45"/>
            <p:cNvSpPr/>
            <p:nvPr/>
          </p:nvSpPr>
          <p:spPr>
            <a:xfrm>
              <a:off x="7995960" y="612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</p:grp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8720" y="2013840"/>
            <a:ext cx="3621600" cy="39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63" name="PlaceHolder 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23520" y="1709640"/>
            <a:ext cx="788616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23520" y="4589280"/>
            <a:ext cx="788616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5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6DA293-14A0-423E-929C-76343C4F78B6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28560" y="1825200"/>
            <a:ext cx="38854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28880" y="1825200"/>
            <a:ext cx="38854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dt" idx="7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8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9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19585D-1281-420D-8954-30A2FB7537E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964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29640" y="1681200"/>
            <a:ext cx="386748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29640" y="2504880"/>
            <a:ext cx="386748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628880" y="1681200"/>
            <a:ext cx="388656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628880" y="2504880"/>
            <a:ext cx="388656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80" name="PlaceHolder 6"/>
          <p:cNvSpPr>
            <a:spLocks noGrp="1"/>
          </p:cNvSpPr>
          <p:nvPr>
            <p:ph type="dt" idx="10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ftr" idx="11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8"/>
          <p:cNvSpPr>
            <a:spLocks noGrp="1"/>
          </p:cNvSpPr>
          <p:nvPr>
            <p:ph type="sldNum" idx="12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5BB799-0824-4128-B0FA-9B0201FF27B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13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14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15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C51C14-FD23-4D74-B07C-24676475F1B0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dt" idx="16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17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18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6BFEF0-22C6-428D-98E6-2BADEB77D302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29640" y="456840"/>
            <a:ext cx="29484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3887280" y="987120"/>
            <a:ext cx="462816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29640" y="2057040"/>
            <a:ext cx="29484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</p:txBody>
      </p:sp>
      <p:sp>
        <p:nvSpPr>
          <p:cNvPr id="96" name="PlaceHolder 4"/>
          <p:cNvSpPr>
            <a:spLocks noGrp="1"/>
          </p:cNvSpPr>
          <p:nvPr>
            <p:ph type="dt" idx="19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20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21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02E442-F411-4BAB-87EA-D29F48316A0F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аймлайн мал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body"/>
          </p:nvPr>
        </p:nvSpPr>
        <p:spPr>
          <a:xfrm>
            <a:off x="477720" y="2608200"/>
            <a:ext cx="1257120" cy="341316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2070000" y="2617200"/>
            <a:ext cx="1257120" cy="3413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3655800" y="2628720"/>
            <a:ext cx="1257120" cy="341316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5248440" y="2637360"/>
            <a:ext cx="1257120" cy="3413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6840720" y="2650320"/>
            <a:ext cx="1257120" cy="341316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4" name="Google Shape;177;p36"/>
          <p:cNvSpPr/>
          <p:nvPr/>
        </p:nvSpPr>
        <p:spPr>
          <a:xfrm>
            <a:off x="41436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05" name="Google Shape;178;p36"/>
          <p:cNvCxnSpPr/>
          <p:nvPr/>
        </p:nvCxnSpPr>
        <p:spPr>
          <a:xfrm>
            <a:off x="625680" y="1988640"/>
            <a:ext cx="1080" cy="4935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06" name="Google Shape;179;p36"/>
          <p:cNvSpPr/>
          <p:nvPr/>
        </p:nvSpPr>
        <p:spPr>
          <a:xfrm>
            <a:off x="200232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07" name="Google Shape;180;p36"/>
          <p:cNvCxnSpPr/>
          <p:nvPr/>
        </p:nvCxnSpPr>
        <p:spPr>
          <a:xfrm>
            <a:off x="2753280" y="1981800"/>
            <a:ext cx="1080" cy="50040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08" name="Google Shape;181;p36"/>
          <p:cNvSpPr/>
          <p:nvPr/>
        </p:nvSpPr>
        <p:spPr>
          <a:xfrm>
            <a:off x="358236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09" name="Google Shape;182;p36"/>
          <p:cNvCxnSpPr/>
          <p:nvPr/>
        </p:nvCxnSpPr>
        <p:spPr>
          <a:xfrm>
            <a:off x="4866120" y="1988640"/>
            <a:ext cx="1080" cy="5457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10" name="Google Shape;183;p36"/>
          <p:cNvSpPr/>
          <p:nvPr/>
        </p:nvSpPr>
        <p:spPr>
          <a:xfrm>
            <a:off x="518148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11" name="Google Shape;184;p36"/>
          <p:cNvCxnSpPr/>
          <p:nvPr/>
        </p:nvCxnSpPr>
        <p:spPr>
          <a:xfrm>
            <a:off x="6999480" y="1988640"/>
            <a:ext cx="1080" cy="5457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12" name="Google Shape;185;p36"/>
          <p:cNvSpPr/>
          <p:nvPr/>
        </p:nvSpPr>
        <p:spPr>
          <a:xfrm>
            <a:off x="675792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13" name="Google Shape;186;p36"/>
          <p:cNvCxnSpPr/>
          <p:nvPr/>
        </p:nvCxnSpPr>
        <p:spPr>
          <a:xfrm>
            <a:off x="9091800" y="1988640"/>
            <a:ext cx="1080" cy="5781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cxnSp>
        <p:nvCxnSpPr>
          <p:cNvPr id="114" name="Google Shape;187;p36"/>
          <p:cNvCxnSpPr/>
          <p:nvPr/>
        </p:nvCxnSpPr>
        <p:spPr>
          <a:xfrm>
            <a:off x="611280" y="2481120"/>
            <a:ext cx="10467360" cy="85680"/>
          </a:xfrm>
          <a:prstGeom prst="straightConnector1">
            <a:avLst/>
          </a:prstGeom>
          <a:ln w="12700">
            <a:solidFill>
              <a:srgbClr val="1E22AA"/>
            </a:solidFill>
            <a:miter/>
            <a:tailEnd type="stealth" w="med" len="med"/>
          </a:ln>
        </p:spPr>
      </p:cxn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62208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219312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17" name="PlaceHolder 8"/>
          <p:cNvSpPr>
            <a:spLocks noGrp="1"/>
          </p:cNvSpPr>
          <p:nvPr>
            <p:ph type="body"/>
          </p:nvPr>
        </p:nvSpPr>
        <p:spPr>
          <a:xfrm>
            <a:off x="378720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18" name="PlaceHolder 9"/>
          <p:cNvSpPr>
            <a:spLocks noGrp="1"/>
          </p:cNvSpPr>
          <p:nvPr>
            <p:ph type="body"/>
          </p:nvPr>
        </p:nvSpPr>
        <p:spPr>
          <a:xfrm>
            <a:off x="538920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19" name="PlaceHolder 10"/>
          <p:cNvSpPr>
            <a:spLocks noGrp="1"/>
          </p:cNvSpPr>
          <p:nvPr>
            <p:ph type="body"/>
          </p:nvPr>
        </p:nvSpPr>
        <p:spPr>
          <a:xfrm>
            <a:off x="696348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20" name="PlaceHolder 11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21" name="Google Shape;194;p36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23" name="PlaceHolder 13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24" name="PlaceHolder 14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25" name="PlaceHolder 1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29640" y="456840"/>
            <a:ext cx="29484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3887280" y="987120"/>
            <a:ext cx="462816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629640" y="2057040"/>
            <a:ext cx="29484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</p:txBody>
      </p:sp>
      <p:sp>
        <p:nvSpPr>
          <p:cNvPr id="129" name="PlaceHolder 4"/>
          <p:cNvSpPr>
            <a:spLocks noGrp="1"/>
          </p:cNvSpPr>
          <p:nvPr>
            <p:ph type="dt" idx="22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23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24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17954A-0C8A-4C02-BA92-FCC1F9E88C3F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28560" y="1825200"/>
            <a:ext cx="7886160" cy="43502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134" name="PlaceHolder 3"/>
          <p:cNvSpPr>
            <a:spLocks noGrp="1"/>
          </p:cNvSpPr>
          <p:nvPr>
            <p:ph type="dt" idx="25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ftr" idx="26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sldNum" idx="27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BEF646-3537-4A17-B1ED-E7458790B34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543720" y="364680"/>
            <a:ext cx="197064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28560" y="364680"/>
            <a:ext cx="57999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dt" idx="28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ftr" idx="29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sldNum" idx="30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EF89B0-C70F-4742-9092-8F2F01E32FC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body"/>
          </p:nvPr>
        </p:nvSpPr>
        <p:spPr>
          <a:xfrm>
            <a:off x="441360" y="-1004400"/>
            <a:ext cx="7013520" cy="31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43" name="Google Shape;49;p25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428040" y="74772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411120" y="1645560"/>
            <a:ext cx="8363880" cy="434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6360" lvl="1" indent="-28728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4960" lvl="2" indent="-22860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Poppins Light"/>
              <a:buChar char="›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90440" lvl="3" indent="-28584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Poppins Light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11120" lvl="4" indent="-228600" defTabSz="914760">
              <a:lnSpc>
                <a:spcPct val="90000"/>
              </a:lnSpc>
              <a:spcBef>
                <a:spcPts val="601"/>
              </a:spcBef>
              <a:buClr>
                <a:srgbClr val="1E22AA"/>
              </a:buClr>
              <a:buFont typeface="Wingdings" charset="2"/>
              <a:buChar char="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sldNum" idx="31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title"/>
          </p:nvPr>
        </p:nvSpPr>
        <p:spPr>
          <a:xfrm>
            <a:off x="456840" y="27324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441360" y="-1004400"/>
            <a:ext cx="7013520" cy="31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49" name="Google Shape;49;p25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28040" y="74772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41360" y="1645560"/>
            <a:ext cx="4039200" cy="434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6360" lvl="1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4960" lvl="2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›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33560" lvl="3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62160" lvl="4" indent="-228600" defTabSz="914760">
              <a:lnSpc>
                <a:spcPct val="90000"/>
              </a:lnSpc>
              <a:spcBef>
                <a:spcPts val="601"/>
              </a:spcBef>
              <a:buClr>
                <a:srgbClr val="1E22AA"/>
              </a:buClr>
              <a:buFont typeface="Wingdings" charset="2"/>
              <a:buChar char="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4662000" y="1649880"/>
            <a:ext cx="4039200" cy="434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6360" lvl="1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4960" lvl="2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›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33560" lvl="3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62160" lvl="4" indent="-228600" defTabSz="914760">
              <a:lnSpc>
                <a:spcPct val="90000"/>
              </a:lnSpc>
              <a:spcBef>
                <a:spcPts val="601"/>
              </a:spcBef>
              <a:buClr>
                <a:srgbClr val="1E22AA"/>
              </a:buClr>
              <a:buFont typeface="Wingdings" charset="2"/>
              <a:buChar char="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sldNum" idx="32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221419-306B-412D-A624-B738DC10D83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Цифры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75;p29"/>
          <p:cNvSpPr/>
          <p:nvPr/>
        </p:nvSpPr>
        <p:spPr>
          <a:xfrm>
            <a:off x="0" y="360"/>
            <a:ext cx="9143280" cy="6856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body"/>
          </p:nvPr>
        </p:nvSpPr>
        <p:spPr>
          <a:xfrm>
            <a:off x="46872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6872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6872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46872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61" name="Google Shape;81;p29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3" name="PlaceHolder 7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4" name="PlaceHolder 8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5" name="PlaceHolder 9"/>
          <p:cNvSpPr>
            <a:spLocks noGrp="1"/>
          </p:cNvSpPr>
          <p:nvPr>
            <p:ph type="body"/>
          </p:nvPr>
        </p:nvSpPr>
        <p:spPr>
          <a:xfrm>
            <a:off x="254196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6" name="PlaceHolder 10"/>
          <p:cNvSpPr>
            <a:spLocks noGrp="1"/>
          </p:cNvSpPr>
          <p:nvPr>
            <p:ph type="body"/>
          </p:nvPr>
        </p:nvSpPr>
        <p:spPr>
          <a:xfrm>
            <a:off x="254196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7" name="PlaceHolder 11"/>
          <p:cNvSpPr>
            <a:spLocks noGrp="1"/>
          </p:cNvSpPr>
          <p:nvPr>
            <p:ph type="body"/>
          </p:nvPr>
        </p:nvSpPr>
        <p:spPr>
          <a:xfrm>
            <a:off x="254196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8" name="PlaceHolder 12"/>
          <p:cNvSpPr>
            <a:spLocks noGrp="1"/>
          </p:cNvSpPr>
          <p:nvPr>
            <p:ph type="body"/>
          </p:nvPr>
        </p:nvSpPr>
        <p:spPr>
          <a:xfrm>
            <a:off x="254196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9" name="PlaceHolder 13"/>
          <p:cNvSpPr>
            <a:spLocks noGrp="1"/>
          </p:cNvSpPr>
          <p:nvPr>
            <p:ph type="body"/>
          </p:nvPr>
        </p:nvSpPr>
        <p:spPr>
          <a:xfrm>
            <a:off x="459396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0" name="PlaceHolder 14"/>
          <p:cNvSpPr>
            <a:spLocks noGrp="1"/>
          </p:cNvSpPr>
          <p:nvPr>
            <p:ph type="body"/>
          </p:nvPr>
        </p:nvSpPr>
        <p:spPr>
          <a:xfrm>
            <a:off x="459396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1" name="PlaceHolder 15"/>
          <p:cNvSpPr>
            <a:spLocks noGrp="1"/>
          </p:cNvSpPr>
          <p:nvPr>
            <p:ph type="body"/>
          </p:nvPr>
        </p:nvSpPr>
        <p:spPr>
          <a:xfrm>
            <a:off x="459396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2" name="PlaceHolder 16"/>
          <p:cNvSpPr>
            <a:spLocks noGrp="1"/>
          </p:cNvSpPr>
          <p:nvPr>
            <p:ph type="body"/>
          </p:nvPr>
        </p:nvSpPr>
        <p:spPr>
          <a:xfrm>
            <a:off x="459396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3" name="PlaceHolder 17"/>
          <p:cNvSpPr>
            <a:spLocks noGrp="1"/>
          </p:cNvSpPr>
          <p:nvPr>
            <p:ph type="body"/>
          </p:nvPr>
        </p:nvSpPr>
        <p:spPr>
          <a:xfrm>
            <a:off x="662400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4" name="PlaceHolder 18"/>
          <p:cNvSpPr>
            <a:spLocks noGrp="1"/>
          </p:cNvSpPr>
          <p:nvPr>
            <p:ph type="body"/>
          </p:nvPr>
        </p:nvSpPr>
        <p:spPr>
          <a:xfrm>
            <a:off x="662400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5" name="PlaceHolder 19"/>
          <p:cNvSpPr>
            <a:spLocks noGrp="1"/>
          </p:cNvSpPr>
          <p:nvPr>
            <p:ph type="body"/>
          </p:nvPr>
        </p:nvSpPr>
        <p:spPr>
          <a:xfrm>
            <a:off x="662400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6" name="PlaceHolder 20"/>
          <p:cNvSpPr>
            <a:spLocks noGrp="1"/>
          </p:cNvSpPr>
          <p:nvPr>
            <p:ph type="body"/>
          </p:nvPr>
        </p:nvSpPr>
        <p:spPr>
          <a:xfrm>
            <a:off x="662400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7" name="PlaceHolder 21"/>
          <p:cNvSpPr>
            <a:spLocks noGrp="1"/>
          </p:cNvSpPr>
          <p:nvPr>
            <p:ph type="sldNum" idx="33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57F1D0-6F27-4921-A6B3-52550B58DE1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Графики и Цифры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98;p30"/>
          <p:cNvSpPr/>
          <p:nvPr/>
        </p:nvSpPr>
        <p:spPr>
          <a:xfrm>
            <a:off x="0" y="4426200"/>
            <a:ext cx="9143280" cy="24307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body"/>
          </p:nvPr>
        </p:nvSpPr>
        <p:spPr>
          <a:xfrm>
            <a:off x="441360" y="-1050120"/>
            <a:ext cx="7013520" cy="32119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81" name="Google Shape;100;p30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4572000" y="1563120"/>
            <a:ext cx="4129560" cy="24307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468720" y="1563480"/>
            <a:ext cx="3959640" cy="243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6" name="PlaceHolder 6"/>
          <p:cNvSpPr>
            <a:spLocks noGrp="1"/>
          </p:cNvSpPr>
          <p:nvPr>
            <p:ph type="body"/>
          </p:nvPr>
        </p:nvSpPr>
        <p:spPr>
          <a:xfrm>
            <a:off x="6619680" y="49338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7" name="PlaceHolder 7"/>
          <p:cNvSpPr>
            <a:spLocks noGrp="1"/>
          </p:cNvSpPr>
          <p:nvPr>
            <p:ph type="body"/>
          </p:nvPr>
        </p:nvSpPr>
        <p:spPr>
          <a:xfrm>
            <a:off x="6624000" y="53838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8" name="PlaceHolder 8"/>
          <p:cNvSpPr>
            <a:spLocks noGrp="1"/>
          </p:cNvSpPr>
          <p:nvPr>
            <p:ph type="body"/>
          </p:nvPr>
        </p:nvSpPr>
        <p:spPr>
          <a:xfrm>
            <a:off x="7673400" y="49338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9" name="PlaceHolder 9"/>
          <p:cNvSpPr>
            <a:spLocks noGrp="1"/>
          </p:cNvSpPr>
          <p:nvPr>
            <p:ph type="body"/>
          </p:nvPr>
        </p:nvSpPr>
        <p:spPr>
          <a:xfrm>
            <a:off x="7677720" y="53838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0" name="PlaceHolder 10"/>
          <p:cNvSpPr>
            <a:spLocks noGrp="1"/>
          </p:cNvSpPr>
          <p:nvPr>
            <p:ph type="body"/>
          </p:nvPr>
        </p:nvSpPr>
        <p:spPr>
          <a:xfrm>
            <a:off x="455292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1" name="PlaceHolder 11"/>
          <p:cNvSpPr>
            <a:spLocks noGrp="1"/>
          </p:cNvSpPr>
          <p:nvPr>
            <p:ph type="body"/>
          </p:nvPr>
        </p:nvSpPr>
        <p:spPr>
          <a:xfrm>
            <a:off x="455724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2" name="PlaceHolder 12"/>
          <p:cNvSpPr>
            <a:spLocks noGrp="1"/>
          </p:cNvSpPr>
          <p:nvPr>
            <p:ph type="body"/>
          </p:nvPr>
        </p:nvSpPr>
        <p:spPr>
          <a:xfrm>
            <a:off x="560664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3" name="PlaceHolder 13"/>
          <p:cNvSpPr>
            <a:spLocks noGrp="1"/>
          </p:cNvSpPr>
          <p:nvPr>
            <p:ph type="body"/>
          </p:nvPr>
        </p:nvSpPr>
        <p:spPr>
          <a:xfrm>
            <a:off x="561060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4" name="PlaceHolder 14"/>
          <p:cNvSpPr>
            <a:spLocks noGrp="1"/>
          </p:cNvSpPr>
          <p:nvPr>
            <p:ph type="body"/>
          </p:nvPr>
        </p:nvSpPr>
        <p:spPr>
          <a:xfrm>
            <a:off x="251928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5" name="PlaceHolder 15"/>
          <p:cNvSpPr>
            <a:spLocks noGrp="1"/>
          </p:cNvSpPr>
          <p:nvPr>
            <p:ph type="body"/>
          </p:nvPr>
        </p:nvSpPr>
        <p:spPr>
          <a:xfrm>
            <a:off x="252360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6" name="PlaceHolder 16"/>
          <p:cNvSpPr>
            <a:spLocks noGrp="1"/>
          </p:cNvSpPr>
          <p:nvPr>
            <p:ph type="body"/>
          </p:nvPr>
        </p:nvSpPr>
        <p:spPr>
          <a:xfrm>
            <a:off x="357264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7" name="PlaceHolder 17"/>
          <p:cNvSpPr>
            <a:spLocks noGrp="1"/>
          </p:cNvSpPr>
          <p:nvPr>
            <p:ph type="body"/>
          </p:nvPr>
        </p:nvSpPr>
        <p:spPr>
          <a:xfrm>
            <a:off x="357696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8" name="PlaceHolder 18"/>
          <p:cNvSpPr>
            <a:spLocks noGrp="1"/>
          </p:cNvSpPr>
          <p:nvPr>
            <p:ph type="body"/>
          </p:nvPr>
        </p:nvSpPr>
        <p:spPr>
          <a:xfrm>
            <a:off x="452520" y="49464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9" name="PlaceHolder 19"/>
          <p:cNvSpPr>
            <a:spLocks noGrp="1"/>
          </p:cNvSpPr>
          <p:nvPr>
            <p:ph type="body"/>
          </p:nvPr>
        </p:nvSpPr>
        <p:spPr>
          <a:xfrm>
            <a:off x="456840" y="53964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0" name="PlaceHolder 20"/>
          <p:cNvSpPr>
            <a:spLocks noGrp="1"/>
          </p:cNvSpPr>
          <p:nvPr>
            <p:ph type="body"/>
          </p:nvPr>
        </p:nvSpPr>
        <p:spPr>
          <a:xfrm>
            <a:off x="1505880" y="49464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1" name="PlaceHolder 21"/>
          <p:cNvSpPr>
            <a:spLocks noGrp="1"/>
          </p:cNvSpPr>
          <p:nvPr>
            <p:ph type="body"/>
          </p:nvPr>
        </p:nvSpPr>
        <p:spPr>
          <a:xfrm>
            <a:off x="1510200" y="53964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2" name="PlaceHolder 22"/>
          <p:cNvSpPr>
            <a:spLocks noGrp="1"/>
          </p:cNvSpPr>
          <p:nvPr>
            <p:ph type="sldNum" idx="34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8B351E-D495-4C98-A074-5226F0F6103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2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Буллиты и фот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body"/>
          </p:nvPr>
        </p:nvSpPr>
        <p:spPr>
          <a:xfrm>
            <a:off x="3546000" y="1953360"/>
            <a:ext cx="4955760" cy="386964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68720" y="1953360"/>
            <a:ext cx="2958480" cy="386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207" name="Google Shape;138;p32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10" name="PlaceHolder 6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11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аймлайн на 7 этапов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199;p37"/>
          <p:cNvSpPr/>
          <p:nvPr/>
        </p:nvSpPr>
        <p:spPr>
          <a:xfrm>
            <a:off x="7378200" y="156348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13" name="Google Shape;200;p37"/>
          <p:cNvSpPr/>
          <p:nvPr/>
        </p:nvSpPr>
        <p:spPr>
          <a:xfrm>
            <a:off x="5014440" y="155088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14" name="Google Shape;201;p37"/>
          <p:cNvSpPr/>
          <p:nvPr/>
        </p:nvSpPr>
        <p:spPr>
          <a:xfrm>
            <a:off x="2683800" y="156348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15" name="Google Shape;202;p37"/>
          <p:cNvSpPr/>
          <p:nvPr/>
        </p:nvSpPr>
        <p:spPr>
          <a:xfrm>
            <a:off x="362520" y="155700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216" name="Google Shape;203;p37"/>
          <p:cNvCxnSpPr/>
          <p:nvPr/>
        </p:nvCxnSpPr>
        <p:spPr>
          <a:xfrm>
            <a:off x="213480" y="3054960"/>
            <a:ext cx="11499120" cy="24120"/>
          </a:xfrm>
          <a:prstGeom prst="straightConnector1">
            <a:avLst/>
          </a:prstGeom>
          <a:ln w="12700">
            <a:solidFill>
              <a:srgbClr val="1E22AA"/>
            </a:solidFill>
            <a:miter/>
            <a:headEnd type="oval" w="med" len="med"/>
            <a:tailEnd type="stealth" w="med" len="med"/>
          </a:ln>
        </p:spPr>
      </p:cxnSp>
      <p:sp>
        <p:nvSpPr>
          <p:cNvPr id="217" name="PlaceHolder 1"/>
          <p:cNvSpPr>
            <a:spLocks noGrp="1"/>
          </p:cNvSpPr>
          <p:nvPr>
            <p:ph type="body"/>
          </p:nvPr>
        </p:nvSpPr>
        <p:spPr>
          <a:xfrm>
            <a:off x="441360" y="-1050120"/>
            <a:ext cx="7013520" cy="32119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218" name="Google Shape;205;p37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470880" y="35431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480960" y="58831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2" name="PlaceHolder 5"/>
          <p:cNvSpPr>
            <a:spLocks noGrp="1"/>
          </p:cNvSpPr>
          <p:nvPr>
            <p:ph type="body"/>
          </p:nvPr>
        </p:nvSpPr>
        <p:spPr>
          <a:xfrm>
            <a:off x="460440" y="16887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3" name="PlaceHolder 6"/>
          <p:cNvSpPr>
            <a:spLocks noGrp="1"/>
          </p:cNvSpPr>
          <p:nvPr>
            <p:ph type="body"/>
          </p:nvPr>
        </p:nvSpPr>
        <p:spPr>
          <a:xfrm>
            <a:off x="470880" y="31492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4" name="PlaceHolder 7"/>
          <p:cNvSpPr>
            <a:spLocks noGrp="1"/>
          </p:cNvSpPr>
          <p:nvPr>
            <p:ph type="body"/>
          </p:nvPr>
        </p:nvSpPr>
        <p:spPr>
          <a:xfrm>
            <a:off x="1617120" y="3543120"/>
            <a:ext cx="997200" cy="22208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5" name="PlaceHolder 8"/>
          <p:cNvSpPr>
            <a:spLocks noGrp="1"/>
          </p:cNvSpPr>
          <p:nvPr>
            <p:ph type="body"/>
          </p:nvPr>
        </p:nvSpPr>
        <p:spPr>
          <a:xfrm>
            <a:off x="1627560" y="58831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6" name="PlaceHolder 9"/>
          <p:cNvSpPr>
            <a:spLocks noGrp="1"/>
          </p:cNvSpPr>
          <p:nvPr>
            <p:ph type="body"/>
          </p:nvPr>
        </p:nvSpPr>
        <p:spPr>
          <a:xfrm>
            <a:off x="1607040" y="16887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7" name="PlaceHolder 10"/>
          <p:cNvSpPr>
            <a:spLocks noGrp="1"/>
          </p:cNvSpPr>
          <p:nvPr>
            <p:ph type="body"/>
          </p:nvPr>
        </p:nvSpPr>
        <p:spPr>
          <a:xfrm>
            <a:off x="1617120" y="31492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8" name="PlaceHolder 11"/>
          <p:cNvSpPr>
            <a:spLocks noGrp="1"/>
          </p:cNvSpPr>
          <p:nvPr>
            <p:ph type="body"/>
          </p:nvPr>
        </p:nvSpPr>
        <p:spPr>
          <a:xfrm>
            <a:off x="2784240" y="353304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9" name="PlaceHolder 12"/>
          <p:cNvSpPr>
            <a:spLocks noGrp="1"/>
          </p:cNvSpPr>
          <p:nvPr>
            <p:ph type="body"/>
          </p:nvPr>
        </p:nvSpPr>
        <p:spPr>
          <a:xfrm>
            <a:off x="2794320" y="587304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0" name="PlaceHolder 13"/>
          <p:cNvSpPr>
            <a:spLocks noGrp="1"/>
          </p:cNvSpPr>
          <p:nvPr>
            <p:ph type="body"/>
          </p:nvPr>
        </p:nvSpPr>
        <p:spPr>
          <a:xfrm>
            <a:off x="2774160" y="167868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1" name="PlaceHolder 14"/>
          <p:cNvSpPr>
            <a:spLocks noGrp="1"/>
          </p:cNvSpPr>
          <p:nvPr>
            <p:ph type="body"/>
          </p:nvPr>
        </p:nvSpPr>
        <p:spPr>
          <a:xfrm>
            <a:off x="2784240" y="313884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2" name="PlaceHolder 15"/>
          <p:cNvSpPr>
            <a:spLocks noGrp="1"/>
          </p:cNvSpPr>
          <p:nvPr>
            <p:ph type="body"/>
          </p:nvPr>
        </p:nvSpPr>
        <p:spPr>
          <a:xfrm>
            <a:off x="3961440" y="35431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3" name="PlaceHolder 16"/>
          <p:cNvSpPr>
            <a:spLocks noGrp="1"/>
          </p:cNvSpPr>
          <p:nvPr>
            <p:ph type="body"/>
          </p:nvPr>
        </p:nvSpPr>
        <p:spPr>
          <a:xfrm>
            <a:off x="3937320" y="58831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4" name="PlaceHolder 17"/>
          <p:cNvSpPr>
            <a:spLocks noGrp="1"/>
          </p:cNvSpPr>
          <p:nvPr>
            <p:ph type="body"/>
          </p:nvPr>
        </p:nvSpPr>
        <p:spPr>
          <a:xfrm>
            <a:off x="3951360" y="16887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5" name="PlaceHolder 18"/>
          <p:cNvSpPr>
            <a:spLocks noGrp="1"/>
          </p:cNvSpPr>
          <p:nvPr>
            <p:ph type="body"/>
          </p:nvPr>
        </p:nvSpPr>
        <p:spPr>
          <a:xfrm>
            <a:off x="3961440" y="31492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6" name="PlaceHolder 19"/>
          <p:cNvSpPr>
            <a:spLocks noGrp="1"/>
          </p:cNvSpPr>
          <p:nvPr>
            <p:ph type="body"/>
          </p:nvPr>
        </p:nvSpPr>
        <p:spPr>
          <a:xfrm>
            <a:off x="5127480" y="35575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7" name="PlaceHolder 20"/>
          <p:cNvSpPr>
            <a:spLocks noGrp="1"/>
          </p:cNvSpPr>
          <p:nvPr>
            <p:ph type="body"/>
          </p:nvPr>
        </p:nvSpPr>
        <p:spPr>
          <a:xfrm>
            <a:off x="5137560" y="58975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8" name="PlaceHolder 21"/>
          <p:cNvSpPr>
            <a:spLocks noGrp="1"/>
          </p:cNvSpPr>
          <p:nvPr>
            <p:ph type="body"/>
          </p:nvPr>
        </p:nvSpPr>
        <p:spPr>
          <a:xfrm>
            <a:off x="5117400" y="17031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9" name="PlaceHolder 22"/>
          <p:cNvSpPr>
            <a:spLocks noGrp="1"/>
          </p:cNvSpPr>
          <p:nvPr>
            <p:ph type="body"/>
          </p:nvPr>
        </p:nvSpPr>
        <p:spPr>
          <a:xfrm>
            <a:off x="5127480" y="31636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0" name="PlaceHolder 23"/>
          <p:cNvSpPr>
            <a:spLocks noGrp="1"/>
          </p:cNvSpPr>
          <p:nvPr>
            <p:ph type="body"/>
          </p:nvPr>
        </p:nvSpPr>
        <p:spPr>
          <a:xfrm>
            <a:off x="6294240" y="354744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1" name="PlaceHolder 24"/>
          <p:cNvSpPr>
            <a:spLocks noGrp="1"/>
          </p:cNvSpPr>
          <p:nvPr>
            <p:ph type="body"/>
          </p:nvPr>
        </p:nvSpPr>
        <p:spPr>
          <a:xfrm>
            <a:off x="6304680" y="588744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2" name="PlaceHolder 25"/>
          <p:cNvSpPr>
            <a:spLocks noGrp="1"/>
          </p:cNvSpPr>
          <p:nvPr>
            <p:ph type="body"/>
          </p:nvPr>
        </p:nvSpPr>
        <p:spPr>
          <a:xfrm>
            <a:off x="6284160" y="169308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3" name="PlaceHolder 26"/>
          <p:cNvSpPr>
            <a:spLocks noGrp="1"/>
          </p:cNvSpPr>
          <p:nvPr>
            <p:ph type="body"/>
          </p:nvPr>
        </p:nvSpPr>
        <p:spPr>
          <a:xfrm>
            <a:off x="6294240" y="315324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4" name="PlaceHolder 27"/>
          <p:cNvSpPr>
            <a:spLocks noGrp="1"/>
          </p:cNvSpPr>
          <p:nvPr>
            <p:ph type="body"/>
          </p:nvPr>
        </p:nvSpPr>
        <p:spPr>
          <a:xfrm>
            <a:off x="7471440" y="35575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5" name="PlaceHolder 28"/>
          <p:cNvSpPr>
            <a:spLocks noGrp="1"/>
          </p:cNvSpPr>
          <p:nvPr>
            <p:ph type="body"/>
          </p:nvPr>
        </p:nvSpPr>
        <p:spPr>
          <a:xfrm>
            <a:off x="7447680" y="58975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6" name="PlaceHolder 29"/>
          <p:cNvSpPr>
            <a:spLocks noGrp="1"/>
          </p:cNvSpPr>
          <p:nvPr>
            <p:ph type="body"/>
          </p:nvPr>
        </p:nvSpPr>
        <p:spPr>
          <a:xfrm>
            <a:off x="7461360" y="17031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7" name="PlaceHolder 30"/>
          <p:cNvSpPr>
            <a:spLocks noGrp="1"/>
          </p:cNvSpPr>
          <p:nvPr>
            <p:ph type="body"/>
          </p:nvPr>
        </p:nvSpPr>
        <p:spPr>
          <a:xfrm>
            <a:off x="7471440" y="31636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8" name="PlaceHolder 31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9" name="PlaceHolder 32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50" name="PlaceHolder 3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28560" y="1825200"/>
            <a:ext cx="788616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253" name="PlaceHolder 3"/>
          <p:cNvSpPr>
            <a:spLocks noGrp="1"/>
          </p:cNvSpPr>
          <p:nvPr>
            <p:ph type="dt" idx="35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ftr" idx="36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 type="sldNum" idx="37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31CF2B-A728-45A5-BDE1-A869F66ACB1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Четыре фот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38;p38"/>
          <p:cNvSpPr/>
          <p:nvPr/>
        </p:nvSpPr>
        <p:spPr>
          <a:xfrm>
            <a:off x="0" y="3205440"/>
            <a:ext cx="9143280" cy="3651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5187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body"/>
          </p:nvPr>
        </p:nvSpPr>
        <p:spPr>
          <a:xfrm>
            <a:off x="468720" y="1557000"/>
            <a:ext cx="1937160" cy="43506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0" name="PlaceHolder 4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261" name="Google Shape;243;p38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PlaceHolder 5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3" name="PlaceHolder 6"/>
          <p:cNvSpPr>
            <a:spLocks noGrp="1"/>
          </p:cNvSpPr>
          <p:nvPr>
            <p:ph type="body"/>
          </p:nvPr>
        </p:nvSpPr>
        <p:spPr>
          <a:xfrm>
            <a:off x="2542320" y="1557000"/>
            <a:ext cx="2919240" cy="2098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4" name="PlaceHolder 7"/>
          <p:cNvSpPr>
            <a:spLocks noGrp="1"/>
          </p:cNvSpPr>
          <p:nvPr>
            <p:ph type="body"/>
          </p:nvPr>
        </p:nvSpPr>
        <p:spPr>
          <a:xfrm>
            <a:off x="2550960" y="3808800"/>
            <a:ext cx="2919240" cy="2098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5" name="PlaceHolder 8"/>
          <p:cNvSpPr>
            <a:spLocks noGrp="1"/>
          </p:cNvSpPr>
          <p:nvPr>
            <p:ph type="body"/>
          </p:nvPr>
        </p:nvSpPr>
        <p:spPr>
          <a:xfrm>
            <a:off x="5615280" y="1557000"/>
            <a:ext cx="3058920" cy="43506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6" name="PlaceHolder 9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Фото дв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49;p39"/>
          <p:cNvSpPr/>
          <p:nvPr/>
        </p:nvSpPr>
        <p:spPr>
          <a:xfrm>
            <a:off x="0" y="3205440"/>
            <a:ext cx="9143280" cy="3651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5187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body"/>
          </p:nvPr>
        </p:nvSpPr>
        <p:spPr>
          <a:xfrm>
            <a:off x="468720" y="1953360"/>
            <a:ext cx="2947320" cy="38862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3546000" y="1953360"/>
            <a:ext cx="4940280" cy="38862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271" name="Google Shape;253;p39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PlaceHolder 4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3" name="PlaceHolder 5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4" name="PlaceHolder 6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5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body"/>
          </p:nvPr>
        </p:nvSpPr>
        <p:spPr>
          <a:xfrm>
            <a:off x="2112480" y="2127240"/>
            <a:ext cx="6540840" cy="1175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489600" y="2125800"/>
            <a:ext cx="1519560" cy="11970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2527560" y="-44607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9" name="PlaceHolder 4"/>
          <p:cNvSpPr>
            <a:spLocks noGrp="1"/>
          </p:cNvSpPr>
          <p:nvPr>
            <p:ph type="body"/>
          </p:nvPr>
        </p:nvSpPr>
        <p:spPr>
          <a:xfrm>
            <a:off x="3916440" y="-411732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0" name="PlaceHolder 5"/>
          <p:cNvSpPr>
            <a:spLocks noGrp="1"/>
          </p:cNvSpPr>
          <p:nvPr>
            <p:ph type="body"/>
          </p:nvPr>
        </p:nvSpPr>
        <p:spPr>
          <a:xfrm>
            <a:off x="5394600" y="-376812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1" name="PlaceHolder 6"/>
          <p:cNvSpPr>
            <a:spLocks noGrp="1"/>
          </p:cNvSpPr>
          <p:nvPr>
            <p:ph type="body"/>
          </p:nvPr>
        </p:nvSpPr>
        <p:spPr>
          <a:xfrm>
            <a:off x="2112480" y="3476880"/>
            <a:ext cx="6540840" cy="1175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2" name="PlaceHolder 7"/>
          <p:cNvSpPr>
            <a:spLocks noGrp="1"/>
          </p:cNvSpPr>
          <p:nvPr>
            <p:ph type="body"/>
          </p:nvPr>
        </p:nvSpPr>
        <p:spPr>
          <a:xfrm>
            <a:off x="489600" y="3475440"/>
            <a:ext cx="1519560" cy="11970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3" name="PlaceHolder 8"/>
          <p:cNvSpPr>
            <a:spLocks noGrp="1"/>
          </p:cNvSpPr>
          <p:nvPr>
            <p:ph type="body"/>
          </p:nvPr>
        </p:nvSpPr>
        <p:spPr>
          <a:xfrm>
            <a:off x="2112480" y="4829040"/>
            <a:ext cx="6540840" cy="1175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4" name="PlaceHolder 9"/>
          <p:cNvSpPr>
            <a:spLocks noGrp="1"/>
          </p:cNvSpPr>
          <p:nvPr>
            <p:ph type="body"/>
          </p:nvPr>
        </p:nvSpPr>
        <p:spPr>
          <a:xfrm>
            <a:off x="489600" y="4827240"/>
            <a:ext cx="1519560" cy="11970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grpSp>
        <p:nvGrpSpPr>
          <p:cNvPr id="285" name="Google Shape;267;p40"/>
          <p:cNvGrpSpPr/>
          <p:nvPr/>
        </p:nvGrpSpPr>
        <p:grpSpPr>
          <a:xfrm>
            <a:off x="2120040" y="1581120"/>
            <a:ext cx="6721560" cy="484920"/>
            <a:chOff x="2120040" y="1581120"/>
            <a:chExt cx="6721560" cy="484920"/>
          </a:xfrm>
        </p:grpSpPr>
        <p:sp>
          <p:nvSpPr>
            <p:cNvPr id="286" name="Google Shape;268;p40"/>
            <p:cNvSpPr/>
            <p:nvPr/>
          </p:nvSpPr>
          <p:spPr>
            <a:xfrm>
              <a:off x="2120040" y="1581120"/>
              <a:ext cx="6506640" cy="484920"/>
            </a:xfrm>
            <a:prstGeom prst="rect">
              <a:avLst/>
            </a:prstGeom>
            <a:solidFill>
              <a:srgbClr val="CCCCE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287" name="Google Shape;269;p40"/>
            <p:cNvSpPr/>
            <p:nvPr/>
          </p:nvSpPr>
          <p:spPr>
            <a:xfrm rot="5400000">
              <a:off x="8492760" y="1717200"/>
              <a:ext cx="484920" cy="212760"/>
            </a:xfrm>
            <a:prstGeom prst="triangle">
              <a:avLst>
                <a:gd name="adj" fmla="val 50000"/>
              </a:avLst>
            </a:prstGeom>
            <a:solidFill>
              <a:srgbClr val="CCCCE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</p:grpSp>
      <p:sp>
        <p:nvSpPr>
          <p:cNvPr id="288" name="PlaceHolder 10"/>
          <p:cNvSpPr>
            <a:spLocks noGrp="1"/>
          </p:cNvSpPr>
          <p:nvPr>
            <p:ph type="body"/>
          </p:nvPr>
        </p:nvSpPr>
        <p:spPr>
          <a:xfrm>
            <a:off x="2871720" y="-316944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9" name="PlaceHolder 11"/>
          <p:cNvSpPr>
            <a:spLocks noGrp="1"/>
          </p:cNvSpPr>
          <p:nvPr>
            <p:ph type="body"/>
          </p:nvPr>
        </p:nvSpPr>
        <p:spPr>
          <a:xfrm>
            <a:off x="3922560" y="-282600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0" name="PlaceHolder 12"/>
          <p:cNvSpPr>
            <a:spLocks noGrp="1"/>
          </p:cNvSpPr>
          <p:nvPr>
            <p:ph type="body"/>
          </p:nvPr>
        </p:nvSpPr>
        <p:spPr>
          <a:xfrm>
            <a:off x="5222520" y="-247680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1" name="PlaceHolder 13"/>
          <p:cNvSpPr>
            <a:spLocks noGrp="1"/>
          </p:cNvSpPr>
          <p:nvPr>
            <p:ph type="body"/>
          </p:nvPr>
        </p:nvSpPr>
        <p:spPr>
          <a:xfrm>
            <a:off x="4967280" y="-17841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2" name="PlaceHolder 14"/>
          <p:cNvSpPr>
            <a:spLocks noGrp="1"/>
          </p:cNvSpPr>
          <p:nvPr>
            <p:ph type="body"/>
          </p:nvPr>
        </p:nvSpPr>
        <p:spPr>
          <a:xfrm>
            <a:off x="3916440" y="-14403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3" name="PlaceHolder 15"/>
          <p:cNvSpPr>
            <a:spLocks noGrp="1"/>
          </p:cNvSpPr>
          <p:nvPr>
            <p:ph type="body"/>
          </p:nvPr>
        </p:nvSpPr>
        <p:spPr>
          <a:xfrm>
            <a:off x="2349360" y="-10911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4" name="PlaceHolder 16"/>
          <p:cNvSpPr>
            <a:spLocks noGrp="1"/>
          </p:cNvSpPr>
          <p:nvPr>
            <p:ph type="body"/>
          </p:nvPr>
        </p:nvSpPr>
        <p:spPr>
          <a:xfrm>
            <a:off x="2244600" y="-5070600"/>
            <a:ext cx="106596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5" name="PlaceHolder 17"/>
          <p:cNvSpPr>
            <a:spLocks noGrp="1"/>
          </p:cNvSpPr>
          <p:nvPr>
            <p:ph type="body"/>
          </p:nvPr>
        </p:nvSpPr>
        <p:spPr>
          <a:xfrm>
            <a:off x="3337920" y="-50709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6" name="PlaceHolder 18"/>
          <p:cNvSpPr>
            <a:spLocks noGrp="1"/>
          </p:cNvSpPr>
          <p:nvPr>
            <p:ph type="body"/>
          </p:nvPr>
        </p:nvSpPr>
        <p:spPr>
          <a:xfrm>
            <a:off x="4473000" y="-50727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7" name="PlaceHolder 19"/>
          <p:cNvSpPr>
            <a:spLocks noGrp="1"/>
          </p:cNvSpPr>
          <p:nvPr>
            <p:ph type="body"/>
          </p:nvPr>
        </p:nvSpPr>
        <p:spPr>
          <a:xfrm>
            <a:off x="6976080" y="-507024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8" name="PlaceHolder 20"/>
          <p:cNvSpPr>
            <a:spLocks noGrp="1"/>
          </p:cNvSpPr>
          <p:nvPr>
            <p:ph type="body"/>
          </p:nvPr>
        </p:nvSpPr>
        <p:spPr>
          <a:xfrm>
            <a:off x="489600" y="1581120"/>
            <a:ext cx="1519560" cy="4399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9" name="PlaceHolder 21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300" name="Google Shape;282;p40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PlaceHolder 2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2" name="PlaceHolder 23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3" name="PlaceHolder 24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4" name="PlaceHolder 2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Крупный список с иконкам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body"/>
          </p:nvPr>
        </p:nvSpPr>
        <p:spPr>
          <a:xfrm>
            <a:off x="1052640" y="238320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1052640" y="195876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7" name="PlaceHolder 3"/>
          <p:cNvSpPr>
            <a:spLocks noGrp="1"/>
          </p:cNvSpPr>
          <p:nvPr>
            <p:ph type="body"/>
          </p:nvPr>
        </p:nvSpPr>
        <p:spPr>
          <a:xfrm>
            <a:off x="459360" y="195876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1052640" y="382752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1052640" y="340272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0" name="PlaceHolder 6"/>
          <p:cNvSpPr>
            <a:spLocks noGrp="1"/>
          </p:cNvSpPr>
          <p:nvPr>
            <p:ph type="body"/>
          </p:nvPr>
        </p:nvSpPr>
        <p:spPr>
          <a:xfrm>
            <a:off x="459360" y="340380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1" name="PlaceHolder 7"/>
          <p:cNvSpPr>
            <a:spLocks noGrp="1"/>
          </p:cNvSpPr>
          <p:nvPr>
            <p:ph type="body"/>
          </p:nvPr>
        </p:nvSpPr>
        <p:spPr>
          <a:xfrm>
            <a:off x="1052640" y="527256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2" name="PlaceHolder 8"/>
          <p:cNvSpPr>
            <a:spLocks noGrp="1"/>
          </p:cNvSpPr>
          <p:nvPr>
            <p:ph type="body"/>
          </p:nvPr>
        </p:nvSpPr>
        <p:spPr>
          <a:xfrm>
            <a:off x="1052640" y="484776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3" name="PlaceHolder 9"/>
          <p:cNvSpPr>
            <a:spLocks noGrp="1"/>
          </p:cNvSpPr>
          <p:nvPr>
            <p:ph type="body"/>
          </p:nvPr>
        </p:nvSpPr>
        <p:spPr>
          <a:xfrm>
            <a:off x="459360" y="484848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4" name="PlaceHolder 10"/>
          <p:cNvSpPr>
            <a:spLocks noGrp="1"/>
          </p:cNvSpPr>
          <p:nvPr>
            <p:ph type="body"/>
          </p:nvPr>
        </p:nvSpPr>
        <p:spPr>
          <a:xfrm>
            <a:off x="5158080" y="238356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5" name="PlaceHolder 11"/>
          <p:cNvSpPr>
            <a:spLocks noGrp="1"/>
          </p:cNvSpPr>
          <p:nvPr>
            <p:ph type="body"/>
          </p:nvPr>
        </p:nvSpPr>
        <p:spPr>
          <a:xfrm>
            <a:off x="5158080" y="195912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6" name="PlaceHolder 12"/>
          <p:cNvSpPr>
            <a:spLocks noGrp="1"/>
          </p:cNvSpPr>
          <p:nvPr>
            <p:ph type="body"/>
          </p:nvPr>
        </p:nvSpPr>
        <p:spPr>
          <a:xfrm>
            <a:off x="4564800" y="195912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7" name="PlaceHolder 13"/>
          <p:cNvSpPr>
            <a:spLocks noGrp="1"/>
          </p:cNvSpPr>
          <p:nvPr>
            <p:ph type="body"/>
          </p:nvPr>
        </p:nvSpPr>
        <p:spPr>
          <a:xfrm>
            <a:off x="5158080" y="382824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8" name="PlaceHolder 14"/>
          <p:cNvSpPr>
            <a:spLocks noGrp="1"/>
          </p:cNvSpPr>
          <p:nvPr>
            <p:ph type="body"/>
          </p:nvPr>
        </p:nvSpPr>
        <p:spPr>
          <a:xfrm>
            <a:off x="5158080" y="340344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9" name="PlaceHolder 15"/>
          <p:cNvSpPr>
            <a:spLocks noGrp="1"/>
          </p:cNvSpPr>
          <p:nvPr>
            <p:ph type="body"/>
          </p:nvPr>
        </p:nvSpPr>
        <p:spPr>
          <a:xfrm>
            <a:off x="4564800" y="340416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0" name="PlaceHolder 16"/>
          <p:cNvSpPr>
            <a:spLocks noGrp="1"/>
          </p:cNvSpPr>
          <p:nvPr>
            <p:ph type="body"/>
          </p:nvPr>
        </p:nvSpPr>
        <p:spPr>
          <a:xfrm>
            <a:off x="5158080" y="527292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1" name="PlaceHolder 17"/>
          <p:cNvSpPr>
            <a:spLocks noGrp="1"/>
          </p:cNvSpPr>
          <p:nvPr>
            <p:ph type="body"/>
          </p:nvPr>
        </p:nvSpPr>
        <p:spPr>
          <a:xfrm>
            <a:off x="5158080" y="484812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2" name="PlaceHolder 18"/>
          <p:cNvSpPr>
            <a:spLocks noGrp="1"/>
          </p:cNvSpPr>
          <p:nvPr>
            <p:ph type="body"/>
          </p:nvPr>
        </p:nvSpPr>
        <p:spPr>
          <a:xfrm>
            <a:off x="4564800" y="484884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3" name="PlaceHolder 19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324" name="Google Shape;306;p41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PlaceHolder 20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6" name="PlaceHolder 21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7" name="PlaceHolder 22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8" name="PlaceHolder 2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Крупный список с иконкам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body"/>
          </p:nvPr>
        </p:nvSpPr>
        <p:spPr>
          <a:xfrm>
            <a:off x="468720" y="169560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tIns="216000" rIns="28800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331" name="Google Shape;313;p42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3" name="PlaceHolder 4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4" name="PlaceHolder 5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5" name="PlaceHolder 6"/>
          <p:cNvSpPr>
            <a:spLocks noGrp="1"/>
          </p:cNvSpPr>
          <p:nvPr>
            <p:ph type="body"/>
          </p:nvPr>
        </p:nvSpPr>
        <p:spPr>
          <a:xfrm>
            <a:off x="650160" y="224784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6" name="PlaceHolder 7"/>
          <p:cNvSpPr>
            <a:spLocks noGrp="1"/>
          </p:cNvSpPr>
          <p:nvPr>
            <p:ph type="body"/>
          </p:nvPr>
        </p:nvSpPr>
        <p:spPr>
          <a:xfrm>
            <a:off x="4356000" y="170532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tIns="216000" rIns="28800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7" name="PlaceHolder 8"/>
          <p:cNvSpPr>
            <a:spLocks noGrp="1"/>
          </p:cNvSpPr>
          <p:nvPr>
            <p:ph type="body"/>
          </p:nvPr>
        </p:nvSpPr>
        <p:spPr>
          <a:xfrm>
            <a:off x="4537440" y="225792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8" name="PlaceHolder 9"/>
          <p:cNvSpPr>
            <a:spLocks noGrp="1"/>
          </p:cNvSpPr>
          <p:nvPr>
            <p:ph type="body"/>
          </p:nvPr>
        </p:nvSpPr>
        <p:spPr>
          <a:xfrm>
            <a:off x="468720" y="378468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tIns="216000" rIns="28800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9" name="PlaceHolder 10"/>
          <p:cNvSpPr>
            <a:spLocks noGrp="1"/>
          </p:cNvSpPr>
          <p:nvPr>
            <p:ph type="body"/>
          </p:nvPr>
        </p:nvSpPr>
        <p:spPr>
          <a:xfrm>
            <a:off x="650160" y="433764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40" name="PlaceHolder 11"/>
          <p:cNvSpPr>
            <a:spLocks noGrp="1"/>
          </p:cNvSpPr>
          <p:nvPr>
            <p:ph type="body"/>
          </p:nvPr>
        </p:nvSpPr>
        <p:spPr>
          <a:xfrm>
            <a:off x="4356000" y="379476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tIns="216000" rIns="28800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41" name="PlaceHolder 12"/>
          <p:cNvSpPr>
            <a:spLocks noGrp="1"/>
          </p:cNvSpPr>
          <p:nvPr>
            <p:ph type="body"/>
          </p:nvPr>
        </p:nvSpPr>
        <p:spPr>
          <a:xfrm>
            <a:off x="4537440" y="434736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42" name="PlaceHolder 1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Placeholder 2"/>
          <p:cNvSpPr/>
          <p:nvPr/>
        </p:nvSpPr>
        <p:spPr>
          <a:xfrm>
            <a:off x="273960" y="792000"/>
            <a:ext cx="8595360" cy="256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8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Исследование влияния доплеровского масштабирования </a:t>
            </a:r>
          </a:p>
          <a:p>
            <a:pPr marL="457200" indent="-228600"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8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спектра на помехоустойчивость спутниковых систем </a:t>
            </a:r>
          </a:p>
          <a:p>
            <a:pPr marL="457200" indent="-228600"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8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связи стандарта 5G NR NTN</a:t>
            </a:r>
            <a:endParaRPr lang="en-US" sz="3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Placeholder 2"/>
          <p:cNvSpPr/>
          <p:nvPr/>
        </p:nvSpPr>
        <p:spPr>
          <a:xfrm>
            <a:off x="1828440" y="4816080"/>
            <a:ext cx="7040880" cy="156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Физ. фак.</a:t>
            </a:r>
            <a:r>
              <a:rPr lang="en-US" sz="28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, </a:t>
            </a:r>
            <a:r>
              <a:rPr lang="ru-RU" sz="28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каф. ИТФИ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М.М. Сорохтин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А.А. Благодатин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D0298AA-BD9E-46A4-810B-036DE5AD4B37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Placeholder 2"/>
          <p:cNvSpPr/>
          <p:nvPr/>
        </p:nvSpPr>
        <p:spPr>
          <a:xfrm>
            <a:off x="252360" y="50112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Введение (1)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7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Подзаголовок 2"/>
          <p:cNvSpPr/>
          <p:nvPr/>
        </p:nvSpPr>
        <p:spPr>
          <a:xfrm>
            <a:off x="252720" y="1155600"/>
            <a:ext cx="8530200" cy="554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В настоящий момент актуальной задачей развития телекоммуникаций является создание и развитие объединенных сетей наземной сотовой связи (TN, </a:t>
            </a:r>
            <a:r>
              <a:rPr lang="ru-RU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Terrestrial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Networks) и не наземной сотовой связи (NTN, Non-</a:t>
            </a:r>
            <a:r>
              <a:rPr lang="ru-RU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Terrestrial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Networks).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ru-RU" sz="2400" b="0" u="none" strike="noStrike" dirty="0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NTN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сети базируются на стандарте </a:t>
            </a:r>
            <a:r>
              <a:rPr lang="nn-NO" sz="2400" dirty="0">
                <a:solidFill>
                  <a:schemeClr val="dk1"/>
                </a:solidFill>
                <a:latin typeface="Times New Roman"/>
                <a:ea typeface="Times New Roman"/>
              </a:rPr>
              <a:t>3GPP 5G NR (New Radio)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.</a:t>
            </a:r>
            <a:endParaRPr lang="ru-RU" sz="2400" b="0" u="none" strike="noStrike" dirty="0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В России создание национальных спутниковых сетей является критически важной задачей, которой занимаются такие компании как ГК «Роскосмос», АО «Решетнёв» и «Бюро 1440».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946289-C479-42CE-9AC2-F24A8896DC3E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6" name="Picture 2" descr="Утверждены первые спецификации Non-Standalone 5G NR">
            <a:extLst>
              <a:ext uri="{FF2B5EF4-FFF2-40B4-BE49-F238E27FC236}">
                <a16:creationId xmlns:a16="http://schemas.microsoft.com/office/drawing/2014/main" id="{004D3B6E-7070-4C4C-A175-665A362AB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738" y="5012881"/>
            <a:ext cx="2638164" cy="152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Placeholder 5"/>
          <p:cNvSpPr/>
          <p:nvPr/>
        </p:nvSpPr>
        <p:spPr>
          <a:xfrm>
            <a:off x="252360" y="50112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Введение (2)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Рисунок 6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Подзаголовок 6"/>
          <p:cNvSpPr/>
          <p:nvPr/>
        </p:nvSpPr>
        <p:spPr>
          <a:xfrm>
            <a:off x="252720" y="1155600"/>
            <a:ext cx="8530200" cy="554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В связи с развитием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NTN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технологии становится актуальным исследование факторов, влияющих на производительность.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В современных системах передачи данных,  использующих модуляцию с ортогональным частотным делением (OFDM), влияние эффекта Доплера может существенно сказаться на характеристиках принимаемого сигнала.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Наряду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со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смещением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частот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для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борьбы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с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которым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есть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множество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методов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возникает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эффект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масштабирования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спектра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который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приводит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к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возникновению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интерференции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между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поднесущими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(ICI, Inter Carrier Interference).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899F9C-7BB2-4016-96A9-DE74D6035952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Placeholder 2"/>
          <p:cNvSpPr/>
          <p:nvPr/>
        </p:nvSpPr>
        <p:spPr>
          <a:xfrm>
            <a:off x="360360" y="50112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Цель работы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Подзаголовок 2"/>
          <p:cNvSpPr/>
          <p:nvPr/>
        </p:nvSpPr>
        <p:spPr>
          <a:xfrm>
            <a:off x="360360" y="973440"/>
            <a:ext cx="8259840" cy="451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ru-RU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Целью 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работы является исследование влияния эффекта масштабирования спектра на производительность системы спутниковой связи на примере системы стандарта 5G NR NTN. </a:t>
            </a:r>
          </a:p>
          <a:p>
            <a:pPr marL="228600" indent="2160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В работе ставились следующие задачи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: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Провести анализ литературы.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получить </a:t>
            </a:r>
            <a:r>
              <a:rPr lang="ru-RU" sz="24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теоретическию</a:t>
            </a:r>
            <a:r>
              <a:rPr lang="ru-RU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оценку 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ICI;</a:t>
            </a: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провести численное моделирование системы;</a:t>
            </a: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оценить влияние эффекта на производительность.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6FA43CC-F7F2-45D3-8474-DDBB5015AF9C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OFDM </a:t>
            </a: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модуляция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Подзаголовок 2"/>
          <p:cNvSpPr/>
          <p:nvPr/>
        </p:nvSpPr>
        <p:spPr>
          <a:xfrm>
            <a:off x="403560" y="1140480"/>
            <a:ext cx="6274080" cy="446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 defTabSz="914760">
              <a:lnSpc>
                <a:spcPct val="90000"/>
              </a:lnSpc>
              <a:spcBef>
                <a:spcPts val="1001"/>
              </a:spcBef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58" name="Подзаголовок 2"/>
          <p:cNvSpPr/>
          <p:nvPr/>
        </p:nvSpPr>
        <p:spPr>
          <a:xfrm>
            <a:off x="198360" y="1211400"/>
            <a:ext cx="8316000" cy="12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Данный вид модуляции подразумевает передачу суммы нескольких гармоник — поднесущих, частоты которых выбираются из условия ортогональности.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Подзаголовок 2"/>
          <p:cNvSpPr/>
          <p:nvPr/>
        </p:nvSpPr>
        <p:spPr>
          <a:xfrm>
            <a:off x="4456440" y="5713560"/>
            <a:ext cx="4403520" cy="48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1.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OFDM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сигнал в частотной области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Подзаголовок 2"/>
          <p:cNvSpPr/>
          <p:nvPr/>
        </p:nvSpPr>
        <p:spPr>
          <a:xfrm>
            <a:off x="3803393" y="4000320"/>
            <a:ext cx="904680" cy="51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(1)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2" name="Рисунок 361"/>
          <p:cNvPicPr/>
          <p:nvPr/>
        </p:nvPicPr>
        <p:blipFill>
          <a:blip r:embed="rId3"/>
          <a:srcRect l="17104" t="41158" r="35392" b="27724"/>
          <a:stretch/>
        </p:blipFill>
        <p:spPr>
          <a:xfrm>
            <a:off x="282226" y="3673080"/>
            <a:ext cx="3657240" cy="134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Рисунок 363"/>
          <p:cNvPicPr/>
          <p:nvPr/>
        </p:nvPicPr>
        <p:blipFill>
          <a:blip r:embed="rId4"/>
          <a:srcRect l="27104" t="27825" r="27364" b="14390"/>
          <a:stretch/>
        </p:blipFill>
        <p:spPr>
          <a:xfrm>
            <a:off x="4572000" y="2514600"/>
            <a:ext cx="4162680" cy="29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C6F8DFE-E8F7-4F65-ADB8-03A6493C5DDD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Placeholder 2"/>
          <p:cNvSpPr/>
          <p:nvPr/>
        </p:nvSpPr>
        <p:spPr>
          <a:xfrm>
            <a:off x="183240" y="40500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Эффект Доплера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6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Подзаголовок 2"/>
          <p:cNvSpPr/>
          <p:nvPr/>
        </p:nvSpPr>
        <p:spPr>
          <a:xfrm>
            <a:off x="65880" y="1066320"/>
            <a:ext cx="5722200" cy="446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Эффект доплеровского сдвига возникает при наличии радиальной скорости приемника/передатчика относительно друг друга.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760">
              <a:lnSpc>
                <a:spcPct val="90000"/>
              </a:lnSpc>
              <a:spcBef>
                <a:spcPts val="1001"/>
              </a:spcBef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Picture 2"/>
          <p:cNvPicPr/>
          <p:nvPr/>
        </p:nvPicPr>
        <p:blipFill>
          <a:blip r:embed="rId3"/>
          <a:srcRect b="22330"/>
          <a:stretch/>
        </p:blipFill>
        <p:spPr>
          <a:xfrm>
            <a:off x="5879520" y="920520"/>
            <a:ext cx="3263760" cy="397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Подзаголовок 2"/>
          <p:cNvSpPr/>
          <p:nvPr/>
        </p:nvSpPr>
        <p:spPr>
          <a:xfrm>
            <a:off x="5879520" y="5047200"/>
            <a:ext cx="2903040" cy="59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2. Схема для расчета доплеровского смещения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Подзаголовок 2"/>
          <p:cNvSpPr/>
          <p:nvPr/>
        </p:nvSpPr>
        <p:spPr>
          <a:xfrm>
            <a:off x="3703680" y="432000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(3) 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Рисунок 372"/>
          <p:cNvPicPr/>
          <p:nvPr/>
        </p:nvPicPr>
        <p:blipFill>
          <a:blip r:embed="rId4"/>
          <a:srcRect l="32104" t="45603" r="37892" b="32168"/>
          <a:stretch/>
        </p:blipFill>
        <p:spPr>
          <a:xfrm>
            <a:off x="730188" y="3939480"/>
            <a:ext cx="2598937" cy="118293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8EF464-EB18-43A8-84E9-33E1DFFE8BE7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Placeholder 2"/>
          <p:cNvSpPr/>
          <p:nvPr/>
        </p:nvSpPr>
        <p:spPr>
          <a:xfrm>
            <a:off x="183240" y="40500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</a:rPr>
              <a:t>TDL </a:t>
            </a:r>
            <a:r>
              <a:rPr lang="ru-RU" sz="3600" dirty="0">
                <a:solidFill>
                  <a:srgbClr val="1E22AA"/>
                </a:solidFill>
                <a:latin typeface="Times New Roman"/>
              </a:rPr>
              <a:t>модель </a:t>
            </a: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</a:rPr>
              <a:t>канала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6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Подзаголовок 2"/>
          <p:cNvSpPr/>
          <p:nvPr/>
        </p:nvSpPr>
        <p:spPr>
          <a:xfrm>
            <a:off x="65880" y="1066319"/>
            <a:ext cx="8716320" cy="11387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TDL (tapped delay line) –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одномерная модель частотно-селективного канала, в которой сигнал распространяется по нескольким дискретным путям.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760">
              <a:lnSpc>
                <a:spcPct val="90000"/>
              </a:lnSpc>
              <a:spcBef>
                <a:spcPts val="1001"/>
              </a:spcBef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Подзаголовок 2"/>
          <p:cNvSpPr/>
          <p:nvPr/>
        </p:nvSpPr>
        <p:spPr>
          <a:xfrm>
            <a:off x="8135280" y="390014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(3) 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8EF464-EB18-43A8-84E9-33E1DFFE8BE7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51C22F-0DEA-4A79-AD4A-0054E2DCE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40" y="2356520"/>
            <a:ext cx="4850399" cy="400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5FB8D0-C855-42FF-8C92-18CD3DB805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281" t="26421" r="24758" b="57803"/>
          <a:stretch/>
        </p:blipFill>
        <p:spPr>
          <a:xfrm>
            <a:off x="4585561" y="3527841"/>
            <a:ext cx="3587893" cy="113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94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Placeholder 2"/>
          <p:cNvSpPr/>
          <p:nvPr/>
        </p:nvSpPr>
        <p:spPr>
          <a:xfrm>
            <a:off x="229140" y="477000"/>
            <a:ext cx="8229600" cy="6613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dirty="0">
                <a:solidFill>
                  <a:srgbClr val="1E22AA"/>
                </a:solidFill>
                <a:latin typeface="Times New Roman"/>
              </a:rPr>
              <a:t>Помехоустойчивое кодирование и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dirty="0" err="1">
                <a:solidFill>
                  <a:srgbClr val="1E22AA"/>
                </a:solidFill>
                <a:latin typeface="Times New Roman"/>
              </a:rPr>
              <a:t>эквализация</a:t>
            </a:r>
            <a:r>
              <a:rPr lang="ru-RU" sz="3600" dirty="0">
                <a:solidFill>
                  <a:srgbClr val="1E22AA"/>
                </a:solidFill>
                <a:latin typeface="Times New Roman"/>
              </a:rPr>
              <a:t> </a:t>
            </a:r>
          </a:p>
        </p:txBody>
      </p:sp>
      <p:pic>
        <p:nvPicPr>
          <p:cNvPr id="366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8EF464-EB18-43A8-84E9-33E1DFFE8BE7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70645CB-EDF7-4945-9AF7-3C70C6449994}"/>
              </a:ext>
            </a:extLst>
          </p:cNvPr>
          <p:cNvSpPr/>
          <p:nvPr/>
        </p:nvSpPr>
        <p:spPr>
          <a:xfrm>
            <a:off x="639192" y="1768875"/>
            <a:ext cx="7875528" cy="1660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CFFB326-287E-4243-B48A-41AAA3259716}"/>
              </a:ext>
            </a:extLst>
          </p:cNvPr>
          <p:cNvSpPr/>
          <p:nvPr/>
        </p:nvSpPr>
        <p:spPr>
          <a:xfrm>
            <a:off x="1206500" y="2266024"/>
            <a:ext cx="1873189" cy="665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Кодер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285990E-00B4-465C-9575-0704E0F88666}"/>
              </a:ext>
            </a:extLst>
          </p:cNvPr>
          <p:cNvSpPr/>
          <p:nvPr/>
        </p:nvSpPr>
        <p:spPr>
          <a:xfrm>
            <a:off x="3646997" y="2266024"/>
            <a:ext cx="1873189" cy="665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Перемежитель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C219469-CF3D-458E-940E-12F16B5682E0}"/>
              </a:ext>
            </a:extLst>
          </p:cNvPr>
          <p:cNvSpPr/>
          <p:nvPr/>
        </p:nvSpPr>
        <p:spPr>
          <a:xfrm>
            <a:off x="6126582" y="2266024"/>
            <a:ext cx="1873189" cy="665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Согласование скоростей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06C5BFC-DF62-4B05-8886-41CAA61AF693}"/>
              </a:ext>
            </a:extLst>
          </p:cNvPr>
          <p:cNvCxnSpPr>
            <a:cxnSpLocks/>
          </p:cNvCxnSpPr>
          <p:nvPr/>
        </p:nvCxnSpPr>
        <p:spPr>
          <a:xfrm>
            <a:off x="240732" y="2598937"/>
            <a:ext cx="965768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F5A2DB0E-4A9D-4118-882B-4F1AAD3FC80E}"/>
              </a:ext>
            </a:extLst>
          </p:cNvPr>
          <p:cNvCxnSpPr>
            <a:cxnSpLocks/>
          </p:cNvCxnSpPr>
          <p:nvPr/>
        </p:nvCxnSpPr>
        <p:spPr>
          <a:xfrm>
            <a:off x="3087504" y="2598937"/>
            <a:ext cx="559493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044FDE05-D20C-4830-92D9-F498AFC59E66}"/>
              </a:ext>
            </a:extLst>
          </p:cNvPr>
          <p:cNvCxnSpPr>
            <a:cxnSpLocks/>
          </p:cNvCxnSpPr>
          <p:nvPr/>
        </p:nvCxnSpPr>
        <p:spPr>
          <a:xfrm>
            <a:off x="5520186" y="2598937"/>
            <a:ext cx="606396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39B74F8-FEAA-4110-986B-37E84383E1CD}"/>
              </a:ext>
            </a:extLst>
          </p:cNvPr>
          <p:cNvCxnSpPr>
            <a:cxnSpLocks/>
          </p:cNvCxnSpPr>
          <p:nvPr/>
        </p:nvCxnSpPr>
        <p:spPr>
          <a:xfrm>
            <a:off x="8014611" y="2598937"/>
            <a:ext cx="779181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B9D641-5945-4FE6-832D-FAD2F76A4C52}"/>
              </a:ext>
            </a:extLst>
          </p:cNvPr>
          <p:cNvSpPr txBox="1"/>
          <p:nvPr/>
        </p:nvSpPr>
        <p:spPr>
          <a:xfrm>
            <a:off x="745809" y="1815322"/>
            <a:ext cx="3483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Передатчик с кодированием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963C835-C987-48E5-A74E-1231629426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202" t="47934" r="37710" b="42698"/>
          <a:stretch/>
        </p:blipFill>
        <p:spPr>
          <a:xfrm>
            <a:off x="-218503" y="4400951"/>
            <a:ext cx="2850005" cy="87888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6E37115-60F9-4A9B-9268-06D4A86ADB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311" t="39083" r="32136" b="53193"/>
          <a:stretch/>
        </p:blipFill>
        <p:spPr>
          <a:xfrm>
            <a:off x="-20912" y="5421730"/>
            <a:ext cx="3542685" cy="558633"/>
          </a:xfrm>
          <a:prstGeom prst="rect">
            <a:avLst/>
          </a:prstGeom>
        </p:spPr>
      </p:pic>
      <p:pic>
        <p:nvPicPr>
          <p:cNvPr id="1026" name="Picture 2" descr="Sixty-Four-QAM Modulation | Springer Nature Link">
            <a:extLst>
              <a:ext uri="{FF2B5EF4-FFF2-40B4-BE49-F238E27FC236}">
                <a16:creationId xmlns:a16="http://schemas.microsoft.com/office/drawing/2014/main" id="{DF3BD6C8-BDB6-4003-8C91-1E44DB9B4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89"/>
          <a:stretch/>
        </p:blipFill>
        <p:spPr bwMode="auto">
          <a:xfrm>
            <a:off x="3521773" y="4026075"/>
            <a:ext cx="5392246" cy="213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80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Placeholder 1"/>
          <p:cNvSpPr/>
          <p:nvPr/>
        </p:nvSpPr>
        <p:spPr>
          <a:xfrm>
            <a:off x="183240" y="40500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Оценка ICI и SINR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Рисунок 2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Подзаголовок 9"/>
          <p:cNvSpPr/>
          <p:nvPr/>
        </p:nvSpPr>
        <p:spPr>
          <a:xfrm>
            <a:off x="65880" y="1066320"/>
            <a:ext cx="8849520" cy="446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Выражения для учета интерференции между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</a:rPr>
              <a:t>поднесущими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: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760">
              <a:lnSpc>
                <a:spcPct val="90000"/>
              </a:lnSpc>
              <a:spcBef>
                <a:spcPts val="1001"/>
              </a:spcBef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Подзаголовок 11"/>
          <p:cNvSpPr/>
          <p:nvPr/>
        </p:nvSpPr>
        <p:spPr>
          <a:xfrm>
            <a:off x="6797880" y="229788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(6)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Подзаголовок 12"/>
          <p:cNvSpPr/>
          <p:nvPr/>
        </p:nvSpPr>
        <p:spPr>
          <a:xfrm>
            <a:off x="4456440" y="355788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(5)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Подзаголовок 13"/>
          <p:cNvSpPr/>
          <p:nvPr/>
        </p:nvSpPr>
        <p:spPr>
          <a:xfrm>
            <a:off x="8337600" y="357912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(7)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2" name="Рисунок 381"/>
          <p:cNvPicPr/>
          <p:nvPr/>
        </p:nvPicPr>
        <p:blipFill>
          <a:blip r:embed="rId3"/>
          <a:srcRect l="19604" t="31927" r="25392" b="50289"/>
          <a:stretch/>
        </p:blipFill>
        <p:spPr>
          <a:xfrm>
            <a:off x="457560" y="2057400"/>
            <a:ext cx="6288120" cy="11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3" name="Рисунок 382"/>
          <p:cNvPicPr/>
          <p:nvPr/>
        </p:nvPicPr>
        <p:blipFill>
          <a:blip r:embed="rId4"/>
          <a:srcRect l="20644" t="54723" r="11852" b="31937"/>
          <a:stretch/>
        </p:blipFill>
        <p:spPr>
          <a:xfrm>
            <a:off x="349200" y="3429000"/>
            <a:ext cx="823356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9C0DE5D-78EE-4D56-8702-C72851BEA9FB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Численное моделирование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93AC415D-69C8-46BF-99B9-6EAA8C635D44}"/>
              </a:ext>
            </a:extLst>
          </p:cNvPr>
          <p:cNvSpPr/>
          <p:nvPr/>
        </p:nvSpPr>
        <p:spPr>
          <a:xfrm>
            <a:off x="198360" y="1171800"/>
            <a:ext cx="8714821" cy="15918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В ходе моделирования рассматривались два случая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:</a:t>
            </a:r>
            <a:endParaRPr lang="ru-RU" sz="2400" b="0" u="none" strike="noStrike" dirty="0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C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</a:rPr>
              <a:t>истема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, использующая все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</a:rPr>
              <a:t>поднесущие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 для передачи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c</a:t>
            </a:r>
            <a:r>
              <a:rPr lang="ru-RU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истема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использующая частотные ресурсы согласно 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5G NR;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C8E5CA-E9D9-4517-A468-24A438152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25" y="2790597"/>
            <a:ext cx="3635714" cy="355191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080EAB3-B4F1-451B-90B4-6D2FD4558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6" y="2796883"/>
            <a:ext cx="3635714" cy="3545625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9EAB31BB-4A35-4F3F-9210-A41A7B017356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Результаты моделирования (1</a:t>
            </a:r>
            <a:r>
              <a:rPr lang="en-US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/4</a:t>
            </a: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) 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Box 8"/>
          <p:cNvSpPr/>
          <p:nvPr/>
        </p:nvSpPr>
        <p:spPr>
          <a:xfrm>
            <a:off x="251645" y="6165483"/>
            <a:ext cx="8207095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4. Зависимость BER от SNR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при различном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V (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сл. 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50AA28-9BF4-4134-BDA1-A98F30686C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3" b="2380"/>
          <a:stretch/>
        </p:blipFill>
        <p:spPr>
          <a:xfrm>
            <a:off x="936905" y="962795"/>
            <a:ext cx="7270190" cy="514017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13BD7F-063C-49C1-BCCE-0A8C0316EBD7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499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Результаты моделирования (</a:t>
            </a:r>
            <a:r>
              <a:rPr lang="en-US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2/4</a:t>
            </a: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Box 8"/>
          <p:cNvSpPr/>
          <p:nvPr/>
        </p:nvSpPr>
        <p:spPr>
          <a:xfrm>
            <a:off x="336811" y="6165482"/>
            <a:ext cx="8008735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4. Зависимость BER от SNR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при различном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N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 (сл. 1)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DB658F-4FA5-4CAC-AB84-D7C6DB722D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b="2314"/>
          <a:stretch/>
        </p:blipFill>
        <p:spPr>
          <a:xfrm>
            <a:off x="910308" y="963817"/>
            <a:ext cx="7323383" cy="513812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2DB0F7-3CAC-41C2-A0A1-0EBB7B57655F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5834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Результаты моделирования (</a:t>
            </a:r>
            <a:r>
              <a:rPr lang="en-US" sz="3600" dirty="0">
                <a:solidFill>
                  <a:srgbClr val="1E22AA"/>
                </a:solidFill>
                <a:latin typeface="Times New Roman"/>
                <a:ea typeface="Poppins Medium"/>
              </a:rPr>
              <a:t>3</a:t>
            </a:r>
            <a:r>
              <a:rPr lang="en-US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/4</a:t>
            </a: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Box 8"/>
          <p:cNvSpPr/>
          <p:nvPr/>
        </p:nvSpPr>
        <p:spPr>
          <a:xfrm>
            <a:off x="345690" y="6169361"/>
            <a:ext cx="8008735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4. Зависимость BER от SNR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при различном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V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 (сл. 2)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0BC28C-067F-49BE-A47D-86139E8B58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7" b="2314"/>
          <a:stretch/>
        </p:blipFill>
        <p:spPr>
          <a:xfrm>
            <a:off x="936905" y="970517"/>
            <a:ext cx="7270191" cy="5124726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38532D-512D-40E7-92EB-EE2FA4D4387A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0532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Результаты моделирования (</a:t>
            </a:r>
            <a:r>
              <a:rPr lang="en-US" sz="3600" dirty="0">
                <a:solidFill>
                  <a:srgbClr val="1E22AA"/>
                </a:solidFill>
                <a:latin typeface="Times New Roman"/>
                <a:ea typeface="Poppins Medium"/>
              </a:rPr>
              <a:t>4</a:t>
            </a:r>
            <a:r>
              <a:rPr lang="en-US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/4</a:t>
            </a: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Box 8"/>
          <p:cNvSpPr/>
          <p:nvPr/>
        </p:nvSpPr>
        <p:spPr>
          <a:xfrm>
            <a:off x="361800" y="6169361"/>
            <a:ext cx="8008735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4. Зависимость BER от SNR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при различном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N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 (сл. 2)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67063AA-43EE-4674-BD88-C07A5F422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6" t="4132" r="7767" b="4656"/>
          <a:stretch/>
        </p:blipFill>
        <p:spPr>
          <a:xfrm>
            <a:off x="361800" y="998363"/>
            <a:ext cx="8420400" cy="5170998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BBEFDB5-20E4-4881-86E6-C83CB8ECBA06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3284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Выводы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Подзаголовок 2"/>
          <p:cNvSpPr/>
          <p:nvPr/>
        </p:nvSpPr>
        <p:spPr>
          <a:xfrm>
            <a:off x="198360" y="1577520"/>
            <a:ext cx="8424000" cy="446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Существенность влияния эффекта для высокоскоростных сценариях (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V &gt; 4 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км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/c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;</a:t>
            </a:r>
            <a:endParaRPr lang="ru-RU" sz="2400" b="0" u="none" strike="noStrike" dirty="0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 в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лияние количества </a:t>
            </a:r>
            <a:r>
              <a:rPr lang="ru-RU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поднесущих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эффективность частотного планирования 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5G NR NTN;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ограничения для высоких модуляций (КАМ-64, КАМ-256).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DB6B5A8-C6C0-42C7-A036-696AFDBD3144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dirty="0">
                <a:solidFill>
                  <a:srgbClr val="1E22AA"/>
                </a:solidFill>
                <a:latin typeface="Times New Roman"/>
              </a:rPr>
              <a:t>Заключение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Подзаголовок 2"/>
          <p:cNvSpPr/>
          <p:nvPr/>
        </p:nvSpPr>
        <p:spPr>
          <a:xfrm>
            <a:off x="198360" y="1171800"/>
            <a:ext cx="8424000" cy="487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В ходе выполнения дипломной работы была достигнута поставленная цель. Также были выполнены поставленные задачи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: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Проведен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обзор литературы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получена теоретическая оценка межканальной интерференции (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ICI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проведено численное моделирование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оценено влияние эффекта масштабирования спектра на производительность.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A53F46-991A-4EC5-99CE-CCE1B6557209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947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ext Placeholder 2"/>
          <p:cNvSpPr/>
          <p:nvPr/>
        </p:nvSpPr>
        <p:spPr>
          <a:xfrm>
            <a:off x="1348560" y="2835000"/>
            <a:ext cx="6881040" cy="11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54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Спасибо за внимание!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5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1EFD70E-227B-445E-A0DD-2F871BEA65A4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67553</TotalTime>
  <Words>584</Words>
  <Application>Microsoft Office PowerPoint</Application>
  <PresentationFormat>Экран (4:3)</PresentationFormat>
  <Paragraphs>84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Poppins Light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Microsoft Office User</dc:creator>
  <dc:description/>
  <cp:lastModifiedBy>Aleksey Blagodatin</cp:lastModifiedBy>
  <cp:revision>1591</cp:revision>
  <dcterms:created xsi:type="dcterms:W3CDTF">2019-09-30T09:29:08Z</dcterms:created>
  <dcterms:modified xsi:type="dcterms:W3CDTF">2026-05-28T05:20:10Z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Произвольный</vt:lpwstr>
  </property>
  <property fmtid="{D5CDD505-2E9C-101B-9397-08002B2CF9AE}" pid="3" name="Slides">
    <vt:i4>12</vt:i4>
  </property>
</Properties>
</file>