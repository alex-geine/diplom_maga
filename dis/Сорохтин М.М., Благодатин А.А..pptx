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ы тр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>
            <a:off x="47268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872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3232440" y="51894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3228480" y="19825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952960" y="5185800"/>
            <a:ext cx="2379960" cy="63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5949000" y="1978920"/>
            <a:ext cx="2379960" cy="307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" name="Google Shape;167;p35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PlaceHolder 8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9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10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1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Ноутбу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5;p43"/>
          <p:cNvSpPr/>
          <p:nvPr/>
        </p:nvSpPr>
        <p:spPr>
          <a:xfrm>
            <a:off x="0" y="5121720"/>
            <a:ext cx="9143280" cy="17352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pic>
        <p:nvPicPr>
          <p:cNvPr id="13" name="Google Shape;326;p43" descr=""/>
          <p:cNvPicPr/>
          <p:nvPr/>
        </p:nvPicPr>
        <p:blipFill>
          <a:blip r:embed="rId2"/>
          <a:srcRect l="16861" t="19866" r="15145" b="17922"/>
          <a:stretch/>
        </p:blipFill>
        <p:spPr>
          <a:xfrm>
            <a:off x="1437120" y="1522440"/>
            <a:ext cx="6269040" cy="509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body"/>
          </p:nvPr>
        </p:nvSpPr>
        <p:spPr>
          <a:xfrm>
            <a:off x="2193120" y="1857240"/>
            <a:ext cx="4604400" cy="3843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" name="Google Shape;329;p43" descr=""/>
          <p:cNvPicPr/>
          <p:nvPr/>
        </p:nvPicPr>
        <p:blipFill>
          <a:blip r:embed="rId3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142640" y="1122120"/>
            <a:ext cx="6857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2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118BF9-5B78-492B-869D-255A5F6791A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фото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334;p44"/>
          <p:cNvSpPr/>
          <p:nvPr/>
        </p:nvSpPr>
        <p:spPr>
          <a:xfrm>
            <a:off x="0" y="1609920"/>
            <a:ext cx="9143280" cy="524736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487440" y="223776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68720" y="540396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8720" y="4973040"/>
            <a:ext cx="168192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2541600" y="540396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2541600" y="49734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body"/>
          </p:nvPr>
        </p:nvSpPr>
        <p:spPr>
          <a:xfrm>
            <a:off x="4585320" y="542988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body"/>
          </p:nvPr>
        </p:nvSpPr>
        <p:spPr>
          <a:xfrm>
            <a:off x="4585320" y="499932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body"/>
          </p:nvPr>
        </p:nvSpPr>
        <p:spPr>
          <a:xfrm>
            <a:off x="6651000" y="541980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9"/>
          <p:cNvSpPr>
            <a:spLocks noGrp="1"/>
          </p:cNvSpPr>
          <p:nvPr>
            <p:ph type="body"/>
          </p:nvPr>
        </p:nvSpPr>
        <p:spPr>
          <a:xfrm>
            <a:off x="6651000" y="4989240"/>
            <a:ext cx="1663200" cy="43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10"/>
          <p:cNvSpPr>
            <a:spLocks noGrp="1"/>
          </p:cNvSpPr>
          <p:nvPr>
            <p:ph type="body"/>
          </p:nvPr>
        </p:nvSpPr>
        <p:spPr>
          <a:xfrm>
            <a:off x="25416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11"/>
          <p:cNvSpPr>
            <a:spLocks noGrp="1"/>
          </p:cNvSpPr>
          <p:nvPr>
            <p:ph type="body"/>
          </p:nvPr>
        </p:nvSpPr>
        <p:spPr>
          <a:xfrm>
            <a:off x="4585320" y="224784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12"/>
          <p:cNvSpPr>
            <a:spLocks noGrp="1"/>
          </p:cNvSpPr>
          <p:nvPr>
            <p:ph type="body"/>
          </p:nvPr>
        </p:nvSpPr>
        <p:spPr>
          <a:xfrm>
            <a:off x="6651000" y="2243880"/>
            <a:ext cx="1663200" cy="2467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1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40" name="Google Shape;348;p44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1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1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1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Логотипы партнеров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353;p45"/>
          <p:cNvSpPr/>
          <p:nvPr/>
        </p:nvSpPr>
        <p:spPr>
          <a:xfrm>
            <a:off x="0" y="360"/>
            <a:ext cx="4571280" cy="68569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441360" y="425880"/>
            <a:ext cx="3621600" cy="657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41360" y="6499440"/>
            <a:ext cx="3648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41360" y="663480"/>
            <a:ext cx="3621600" cy="35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49" name="Google Shape;357;p45"/>
          <p:cNvGrpSpPr/>
          <p:nvPr/>
        </p:nvGrpSpPr>
        <p:grpSpPr>
          <a:xfrm>
            <a:off x="4572000" y="6120"/>
            <a:ext cx="4565880" cy="6850440"/>
            <a:chOff x="4572000" y="6120"/>
            <a:chExt cx="4565880" cy="6850440"/>
          </a:xfrm>
        </p:grpSpPr>
        <p:sp>
          <p:nvSpPr>
            <p:cNvPr id="50" name="Google Shape;358;p45"/>
            <p:cNvSpPr/>
            <p:nvPr/>
          </p:nvSpPr>
          <p:spPr>
            <a:xfrm>
              <a:off x="4572000" y="612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1" name="Google Shape;359;p45"/>
            <p:cNvSpPr/>
            <p:nvPr/>
          </p:nvSpPr>
          <p:spPr>
            <a:xfrm>
              <a:off x="57135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2" name="Google Shape;360;p45"/>
            <p:cNvSpPr/>
            <p:nvPr/>
          </p:nvSpPr>
          <p:spPr>
            <a:xfrm>
              <a:off x="6855480" y="612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3" name="Google Shape;361;p45"/>
            <p:cNvSpPr/>
            <p:nvPr/>
          </p:nvSpPr>
          <p:spPr>
            <a:xfrm>
              <a:off x="4572000" y="2294280"/>
              <a:ext cx="114192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4" name="Google Shape;362;p45"/>
            <p:cNvSpPr/>
            <p:nvPr/>
          </p:nvSpPr>
          <p:spPr>
            <a:xfrm>
              <a:off x="5713560" y="22942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5" name="Google Shape;363;p45"/>
            <p:cNvSpPr/>
            <p:nvPr/>
          </p:nvSpPr>
          <p:spPr>
            <a:xfrm>
              <a:off x="6855480" y="2294280"/>
              <a:ext cx="1141560" cy="228636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6" name="Google Shape;364;p45"/>
            <p:cNvSpPr/>
            <p:nvPr/>
          </p:nvSpPr>
          <p:spPr>
            <a:xfrm>
              <a:off x="4572000" y="4569840"/>
              <a:ext cx="114192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7" name="Google Shape;365;p45"/>
            <p:cNvSpPr/>
            <p:nvPr/>
          </p:nvSpPr>
          <p:spPr>
            <a:xfrm>
              <a:off x="57135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8" name="Google Shape;366;p45"/>
            <p:cNvSpPr/>
            <p:nvPr/>
          </p:nvSpPr>
          <p:spPr>
            <a:xfrm>
              <a:off x="6855480" y="4569840"/>
              <a:ext cx="1141560" cy="228672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59" name="Google Shape;367;p45"/>
            <p:cNvSpPr/>
            <p:nvPr/>
          </p:nvSpPr>
          <p:spPr>
            <a:xfrm>
              <a:off x="7995960" y="456984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0" name="Google Shape;368;p45"/>
            <p:cNvSpPr/>
            <p:nvPr/>
          </p:nvSpPr>
          <p:spPr>
            <a:xfrm>
              <a:off x="7995960" y="2287080"/>
              <a:ext cx="1141920" cy="2286360"/>
            </a:xfrm>
            <a:prstGeom prst="rect">
              <a:avLst/>
            </a:prstGeom>
            <a:solidFill>
              <a:srgbClr val="f2f2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61" name="Google Shape;369;p45"/>
            <p:cNvSpPr/>
            <p:nvPr/>
          </p:nvSpPr>
          <p:spPr>
            <a:xfrm>
              <a:off x="7995960" y="6120"/>
              <a:ext cx="1141920" cy="2286720"/>
            </a:xfrm>
            <a:prstGeom prst="rect">
              <a:avLst/>
            </a:prstGeom>
            <a:solidFill>
              <a:srgbClr val="f7f7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8720" y="2013840"/>
            <a:ext cx="3621600" cy="393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23520" y="1709640"/>
            <a:ext cx="788616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23520" y="4589280"/>
            <a:ext cx="788616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5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56DA293-14A0-423E-929C-76343C4F78B6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628880" y="1825200"/>
            <a:ext cx="388548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8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19585D-1281-420D-8954-30A2FB7537E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964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29640" y="1681200"/>
            <a:ext cx="386748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9640" y="2504880"/>
            <a:ext cx="386748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4628880" y="1681200"/>
            <a:ext cx="3886560" cy="82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28880" y="2504880"/>
            <a:ext cx="3886560" cy="36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10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11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1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5BB799-0824-4128-B0FA-9B0201FF27B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3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14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15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C51C14-FD23-4D74-B07C-24676475F1B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dt" idx="16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ftr" idx="17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18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6BFEF0-22C6-428D-98E6-2BADEB77D30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19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ftr" idx="20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sldNum" idx="2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02E442-F411-4BAB-87EA-D29F48316A0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ймлайн малы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477720" y="260820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2070000" y="261720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3655800" y="26287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5248440" y="2637360"/>
            <a:ext cx="1257120" cy="3413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6840720" y="2650320"/>
            <a:ext cx="1257120" cy="341316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Google Shape;177;p36"/>
          <p:cNvSpPr/>
          <p:nvPr/>
        </p:nvSpPr>
        <p:spPr>
          <a:xfrm>
            <a:off x="414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5" name="Google Shape;178;p36"/>
          <p:cNvCxnSpPr/>
          <p:nvPr/>
        </p:nvCxnSpPr>
        <p:spPr>
          <a:xfrm>
            <a:off x="625680" y="1988640"/>
            <a:ext cx="1080" cy="4935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6" name="Google Shape;179;p36"/>
          <p:cNvSpPr/>
          <p:nvPr/>
        </p:nvSpPr>
        <p:spPr>
          <a:xfrm>
            <a:off x="20023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7" name="Google Shape;180;p36"/>
          <p:cNvCxnSpPr/>
          <p:nvPr/>
        </p:nvCxnSpPr>
        <p:spPr>
          <a:xfrm>
            <a:off x="2753280" y="1981800"/>
            <a:ext cx="1080" cy="50040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08" name="Google Shape;181;p36"/>
          <p:cNvSpPr/>
          <p:nvPr/>
        </p:nvSpPr>
        <p:spPr>
          <a:xfrm>
            <a:off x="358236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09" name="Google Shape;182;p36"/>
          <p:cNvCxnSpPr/>
          <p:nvPr/>
        </p:nvCxnSpPr>
        <p:spPr>
          <a:xfrm>
            <a:off x="486612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0" name="Google Shape;183;p36"/>
          <p:cNvSpPr/>
          <p:nvPr/>
        </p:nvSpPr>
        <p:spPr>
          <a:xfrm>
            <a:off x="518148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1" name="Google Shape;184;p36"/>
          <p:cNvCxnSpPr/>
          <p:nvPr/>
        </p:nvCxnSpPr>
        <p:spPr>
          <a:xfrm>
            <a:off x="6999480" y="1988640"/>
            <a:ext cx="1080" cy="5457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sp>
        <p:nvSpPr>
          <p:cNvPr id="112" name="Google Shape;185;p36"/>
          <p:cNvSpPr/>
          <p:nvPr/>
        </p:nvSpPr>
        <p:spPr>
          <a:xfrm>
            <a:off x="6757920" y="1860480"/>
            <a:ext cx="106920" cy="141480"/>
          </a:xfrm>
          <a:prstGeom prst="ellipse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113" name="Google Shape;186;p36"/>
          <p:cNvCxnSpPr/>
          <p:nvPr/>
        </p:nvCxnSpPr>
        <p:spPr>
          <a:xfrm>
            <a:off x="9091800" y="1988640"/>
            <a:ext cx="1080" cy="578160"/>
          </a:xfrm>
          <a:prstGeom prst="straightConnector1">
            <a:avLst/>
          </a:prstGeom>
          <a:ln w="9525">
            <a:solidFill>
              <a:srgbClr val="1e22aa"/>
            </a:solidFill>
            <a:miter/>
          </a:ln>
        </p:spPr>
      </p:cxnSp>
      <p:cxnSp>
        <p:nvCxnSpPr>
          <p:cNvPr id="114" name="Google Shape;187;p36"/>
          <p:cNvCxnSpPr/>
          <p:nvPr/>
        </p:nvCxnSpPr>
        <p:spPr>
          <a:xfrm>
            <a:off x="611280" y="2481120"/>
            <a:ext cx="10467360" cy="85680"/>
          </a:xfrm>
          <a:prstGeom prst="straightConnector1">
            <a:avLst/>
          </a:prstGeom>
          <a:ln w="12700">
            <a:solidFill>
              <a:srgbClr val="1e22aa"/>
            </a:solidFill>
            <a:miter/>
            <a:tailEnd len="med" type="stealth" w="med"/>
          </a:ln>
        </p:spPr>
      </p:cxn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6220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219312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8"/>
          <p:cNvSpPr>
            <a:spLocks noGrp="1"/>
          </p:cNvSpPr>
          <p:nvPr>
            <p:ph type="body"/>
          </p:nvPr>
        </p:nvSpPr>
        <p:spPr>
          <a:xfrm>
            <a:off x="3787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9"/>
          <p:cNvSpPr>
            <a:spLocks noGrp="1"/>
          </p:cNvSpPr>
          <p:nvPr>
            <p:ph type="body"/>
          </p:nvPr>
        </p:nvSpPr>
        <p:spPr>
          <a:xfrm>
            <a:off x="538920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10"/>
          <p:cNvSpPr>
            <a:spLocks noGrp="1"/>
          </p:cNvSpPr>
          <p:nvPr>
            <p:ph type="body"/>
          </p:nvPr>
        </p:nvSpPr>
        <p:spPr>
          <a:xfrm>
            <a:off x="6963480" y="1763280"/>
            <a:ext cx="983160" cy="3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PlaceHolder 1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Google Shape;194;p36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1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1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PlaceHolder 1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29640" y="456840"/>
            <a:ext cx="29484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3887280" y="987120"/>
            <a:ext cx="4628160" cy="4872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body"/>
          </p:nvPr>
        </p:nvSpPr>
        <p:spPr>
          <a:xfrm>
            <a:off x="629640" y="2057040"/>
            <a:ext cx="294840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0" defTabSz="91476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 type="dt" idx="22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 type="ftr" idx="23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 type="sldNum" idx="2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17954A-0C8A-4C02-BA92-FCC1F9E88C3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2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2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2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BEF646-3537-4A17-B1ED-E7458790B34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543720" y="364680"/>
            <a:ext cx="197064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28560" y="364680"/>
            <a:ext cx="57999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28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ftr" idx="29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sldNum" idx="30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EF89B0-C70F-4742-9092-8F2F01E32FC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Google Shape;49;p25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411120" y="1645560"/>
            <a:ext cx="8363880" cy="43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576360" indent="-28728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804960" indent="-22860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›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090440" indent="-285840" defTabSz="914760">
              <a:lnSpc>
                <a:spcPct val="90000"/>
              </a:lnSpc>
              <a:spcBef>
                <a:spcPts val="601"/>
              </a:spcBef>
              <a:buClr>
                <a:srgbClr val="595959"/>
              </a:buClr>
              <a:buSzPct val="120000"/>
              <a:buFont typeface="Poppins Light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311120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sldNum" idx="31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7D4B4F-BE53-4C3B-9821-3E1024C3AE7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title"/>
          </p:nvPr>
        </p:nvSpPr>
        <p:spPr>
          <a:xfrm>
            <a:off x="456840" y="273240"/>
            <a:ext cx="82285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Custom Layou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441360" y="-1004400"/>
            <a:ext cx="7013520" cy="31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Google Shape;49;p25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428040" y="74772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441360" y="164556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5763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8049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0335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262160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662000" y="1649880"/>
            <a:ext cx="4039200" cy="434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Wingdings" charset="2"/>
              <a:buChar char="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text styles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5763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8049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›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ru-RU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033560" indent="-228600" defTabSz="914760">
              <a:lnSpc>
                <a:spcPct val="90000"/>
              </a:lnSpc>
              <a:spcBef>
                <a:spcPts val="601"/>
              </a:spcBef>
              <a:buClr>
                <a:srgbClr val="939393"/>
              </a:buClr>
              <a:buSzPct val="120000"/>
              <a:buFont typeface="Poppins Light"/>
              <a:buChar char="–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ru-RU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1262160" indent="-228600" defTabSz="914760">
              <a:lnSpc>
                <a:spcPct val="90000"/>
              </a:lnSpc>
              <a:spcBef>
                <a:spcPts val="601"/>
              </a:spcBef>
              <a:buClr>
                <a:srgbClr val="1e22aa"/>
              </a:buClr>
              <a:buFont typeface="Wingdings" charset="2"/>
              <a:buChar char=""/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sldNum" idx="32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221419-306B-412D-A624-B738DC10D83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Цифр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75;p29"/>
          <p:cNvSpPr/>
          <p:nvPr/>
        </p:nvSpPr>
        <p:spPr>
          <a:xfrm>
            <a:off x="0" y="360"/>
            <a:ext cx="9143280" cy="6856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body"/>
          </p:nvPr>
        </p:nvSpPr>
        <p:spPr>
          <a:xfrm>
            <a:off x="46872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46872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46872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body"/>
          </p:nvPr>
        </p:nvSpPr>
        <p:spPr>
          <a:xfrm>
            <a:off x="46872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61" name="Google Shape;81;p29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6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7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8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PlaceHolder 9"/>
          <p:cNvSpPr>
            <a:spLocks noGrp="1"/>
          </p:cNvSpPr>
          <p:nvPr>
            <p:ph type="body"/>
          </p:nvPr>
        </p:nvSpPr>
        <p:spPr>
          <a:xfrm>
            <a:off x="2541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10"/>
          <p:cNvSpPr>
            <a:spLocks noGrp="1"/>
          </p:cNvSpPr>
          <p:nvPr>
            <p:ph type="body"/>
          </p:nvPr>
        </p:nvSpPr>
        <p:spPr>
          <a:xfrm>
            <a:off x="2541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11"/>
          <p:cNvSpPr>
            <a:spLocks noGrp="1"/>
          </p:cNvSpPr>
          <p:nvPr>
            <p:ph type="body"/>
          </p:nvPr>
        </p:nvSpPr>
        <p:spPr>
          <a:xfrm>
            <a:off x="2541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12"/>
          <p:cNvSpPr>
            <a:spLocks noGrp="1"/>
          </p:cNvSpPr>
          <p:nvPr>
            <p:ph type="body"/>
          </p:nvPr>
        </p:nvSpPr>
        <p:spPr>
          <a:xfrm>
            <a:off x="2541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13"/>
          <p:cNvSpPr>
            <a:spLocks noGrp="1"/>
          </p:cNvSpPr>
          <p:nvPr>
            <p:ph type="body"/>
          </p:nvPr>
        </p:nvSpPr>
        <p:spPr>
          <a:xfrm>
            <a:off x="459396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14"/>
          <p:cNvSpPr>
            <a:spLocks noGrp="1"/>
          </p:cNvSpPr>
          <p:nvPr>
            <p:ph type="body"/>
          </p:nvPr>
        </p:nvSpPr>
        <p:spPr>
          <a:xfrm>
            <a:off x="459396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PlaceHolder 15"/>
          <p:cNvSpPr>
            <a:spLocks noGrp="1"/>
          </p:cNvSpPr>
          <p:nvPr>
            <p:ph type="body"/>
          </p:nvPr>
        </p:nvSpPr>
        <p:spPr>
          <a:xfrm>
            <a:off x="459396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PlaceHolder 16"/>
          <p:cNvSpPr>
            <a:spLocks noGrp="1"/>
          </p:cNvSpPr>
          <p:nvPr>
            <p:ph type="body"/>
          </p:nvPr>
        </p:nvSpPr>
        <p:spPr>
          <a:xfrm>
            <a:off x="459396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17"/>
          <p:cNvSpPr>
            <a:spLocks noGrp="1"/>
          </p:cNvSpPr>
          <p:nvPr>
            <p:ph type="body"/>
          </p:nvPr>
        </p:nvSpPr>
        <p:spPr>
          <a:xfrm>
            <a:off x="6624000" y="200664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PlaceHolder 18"/>
          <p:cNvSpPr>
            <a:spLocks noGrp="1"/>
          </p:cNvSpPr>
          <p:nvPr>
            <p:ph type="body"/>
          </p:nvPr>
        </p:nvSpPr>
        <p:spPr>
          <a:xfrm>
            <a:off x="6624000" y="280584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PlaceHolder 19"/>
          <p:cNvSpPr>
            <a:spLocks noGrp="1"/>
          </p:cNvSpPr>
          <p:nvPr>
            <p:ph type="body"/>
          </p:nvPr>
        </p:nvSpPr>
        <p:spPr>
          <a:xfrm>
            <a:off x="6624000" y="4045320"/>
            <a:ext cx="155592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4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4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PlaceHolder 20"/>
          <p:cNvSpPr>
            <a:spLocks noGrp="1"/>
          </p:cNvSpPr>
          <p:nvPr>
            <p:ph type="body"/>
          </p:nvPr>
        </p:nvSpPr>
        <p:spPr>
          <a:xfrm>
            <a:off x="6624000" y="4844520"/>
            <a:ext cx="1801440" cy="78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PlaceHolder 21"/>
          <p:cNvSpPr>
            <a:spLocks noGrp="1"/>
          </p:cNvSpPr>
          <p:nvPr>
            <p:ph type="sldNum" idx="33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57F1D0-6F27-4921-A6B3-52550B58DE1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2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Графики и Цифр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98;p30"/>
          <p:cNvSpPr/>
          <p:nvPr/>
        </p:nvSpPr>
        <p:spPr>
          <a:xfrm>
            <a:off x="0" y="4426200"/>
            <a:ext cx="914328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81" name="Google Shape;100;p30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4572000" y="1563120"/>
            <a:ext cx="4129560" cy="24307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8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468720" y="1563480"/>
            <a:ext cx="3959640" cy="243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body"/>
          </p:nvPr>
        </p:nvSpPr>
        <p:spPr>
          <a:xfrm>
            <a:off x="661968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body"/>
          </p:nvPr>
        </p:nvSpPr>
        <p:spPr>
          <a:xfrm>
            <a:off x="662400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PlaceHolder 8"/>
          <p:cNvSpPr>
            <a:spLocks noGrp="1"/>
          </p:cNvSpPr>
          <p:nvPr>
            <p:ph type="body"/>
          </p:nvPr>
        </p:nvSpPr>
        <p:spPr>
          <a:xfrm>
            <a:off x="7673400" y="49338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9" name="PlaceHolder 9"/>
          <p:cNvSpPr>
            <a:spLocks noGrp="1"/>
          </p:cNvSpPr>
          <p:nvPr>
            <p:ph type="body"/>
          </p:nvPr>
        </p:nvSpPr>
        <p:spPr>
          <a:xfrm>
            <a:off x="7677720" y="53838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0" name="PlaceHolder 10"/>
          <p:cNvSpPr>
            <a:spLocks noGrp="1"/>
          </p:cNvSpPr>
          <p:nvPr>
            <p:ph type="body"/>
          </p:nvPr>
        </p:nvSpPr>
        <p:spPr>
          <a:xfrm>
            <a:off x="455292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PlaceHolder 11"/>
          <p:cNvSpPr>
            <a:spLocks noGrp="1"/>
          </p:cNvSpPr>
          <p:nvPr>
            <p:ph type="body"/>
          </p:nvPr>
        </p:nvSpPr>
        <p:spPr>
          <a:xfrm>
            <a:off x="455724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PlaceHolder 12"/>
          <p:cNvSpPr>
            <a:spLocks noGrp="1"/>
          </p:cNvSpPr>
          <p:nvPr>
            <p:ph type="body"/>
          </p:nvPr>
        </p:nvSpPr>
        <p:spPr>
          <a:xfrm>
            <a:off x="5606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PlaceHolder 13"/>
          <p:cNvSpPr>
            <a:spLocks noGrp="1"/>
          </p:cNvSpPr>
          <p:nvPr>
            <p:ph type="body"/>
          </p:nvPr>
        </p:nvSpPr>
        <p:spPr>
          <a:xfrm>
            <a:off x="5610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4" name="PlaceHolder 14"/>
          <p:cNvSpPr>
            <a:spLocks noGrp="1"/>
          </p:cNvSpPr>
          <p:nvPr>
            <p:ph type="body"/>
          </p:nvPr>
        </p:nvSpPr>
        <p:spPr>
          <a:xfrm>
            <a:off x="251928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PlaceHolder 15"/>
          <p:cNvSpPr>
            <a:spLocks noGrp="1"/>
          </p:cNvSpPr>
          <p:nvPr>
            <p:ph type="body"/>
          </p:nvPr>
        </p:nvSpPr>
        <p:spPr>
          <a:xfrm>
            <a:off x="252360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16"/>
          <p:cNvSpPr>
            <a:spLocks noGrp="1"/>
          </p:cNvSpPr>
          <p:nvPr>
            <p:ph type="body"/>
          </p:nvPr>
        </p:nvSpPr>
        <p:spPr>
          <a:xfrm>
            <a:off x="3572640" y="494028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17"/>
          <p:cNvSpPr>
            <a:spLocks noGrp="1"/>
          </p:cNvSpPr>
          <p:nvPr>
            <p:ph type="body"/>
          </p:nvPr>
        </p:nvSpPr>
        <p:spPr>
          <a:xfrm>
            <a:off x="3576960" y="538992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18"/>
          <p:cNvSpPr>
            <a:spLocks noGrp="1"/>
          </p:cNvSpPr>
          <p:nvPr>
            <p:ph type="body"/>
          </p:nvPr>
        </p:nvSpPr>
        <p:spPr>
          <a:xfrm>
            <a:off x="45252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9" name="PlaceHolder 19"/>
          <p:cNvSpPr>
            <a:spLocks noGrp="1"/>
          </p:cNvSpPr>
          <p:nvPr>
            <p:ph type="body"/>
          </p:nvPr>
        </p:nvSpPr>
        <p:spPr>
          <a:xfrm>
            <a:off x="45684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0" name="PlaceHolder 20"/>
          <p:cNvSpPr>
            <a:spLocks noGrp="1"/>
          </p:cNvSpPr>
          <p:nvPr>
            <p:ph type="body"/>
          </p:nvPr>
        </p:nvSpPr>
        <p:spPr>
          <a:xfrm>
            <a:off x="1505880" y="4946400"/>
            <a:ext cx="1024200" cy="4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1"/>
          <p:cNvSpPr>
            <a:spLocks noGrp="1"/>
          </p:cNvSpPr>
          <p:nvPr>
            <p:ph type="body"/>
          </p:nvPr>
        </p:nvSpPr>
        <p:spPr>
          <a:xfrm>
            <a:off x="1510200" y="5396400"/>
            <a:ext cx="1024200" cy="7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2" name="PlaceHolder 22"/>
          <p:cNvSpPr>
            <a:spLocks noGrp="1"/>
          </p:cNvSpPr>
          <p:nvPr>
            <p:ph type="sldNum" idx="34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8B351E-D495-4C98-A074-5226F0F6103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Буллиты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55760" cy="386964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58480" cy="386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07" name="Google Shape;138;p32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0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аймлайн на 7 этапов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199;p37"/>
          <p:cNvSpPr/>
          <p:nvPr/>
        </p:nvSpPr>
        <p:spPr>
          <a:xfrm>
            <a:off x="73782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3" name="Google Shape;200;p37"/>
          <p:cNvSpPr/>
          <p:nvPr/>
        </p:nvSpPr>
        <p:spPr>
          <a:xfrm>
            <a:off x="5014440" y="15508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4" name="Google Shape;201;p37"/>
          <p:cNvSpPr/>
          <p:nvPr/>
        </p:nvSpPr>
        <p:spPr>
          <a:xfrm>
            <a:off x="2683800" y="156348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15" name="Google Shape;202;p37"/>
          <p:cNvSpPr/>
          <p:nvPr/>
        </p:nvSpPr>
        <p:spPr>
          <a:xfrm>
            <a:off x="362520" y="1557000"/>
            <a:ext cx="1206360" cy="4712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cxnSp>
        <p:nvCxnSpPr>
          <p:cNvPr id="216" name="Google Shape;203;p37"/>
          <p:cNvCxnSpPr/>
          <p:nvPr/>
        </p:nvCxnSpPr>
        <p:spPr>
          <a:xfrm>
            <a:off x="213480" y="3054960"/>
            <a:ext cx="11499120" cy="24120"/>
          </a:xfrm>
          <a:prstGeom prst="straightConnector1">
            <a:avLst/>
          </a:prstGeom>
          <a:ln w="12700">
            <a:solidFill>
              <a:srgbClr val="1e22aa"/>
            </a:solidFill>
            <a:miter/>
            <a:headEnd len="med" type="oval" w="med"/>
            <a:tailEnd len="med" type="stealth" w="med"/>
          </a:ln>
        </p:spPr>
      </p:cxnSp>
      <p:sp>
        <p:nvSpPr>
          <p:cNvPr id="217" name="PlaceHolder 1"/>
          <p:cNvSpPr>
            <a:spLocks noGrp="1"/>
          </p:cNvSpPr>
          <p:nvPr>
            <p:ph type="body"/>
          </p:nvPr>
        </p:nvSpPr>
        <p:spPr>
          <a:xfrm>
            <a:off x="441360" y="-1050120"/>
            <a:ext cx="7013520" cy="321192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18" name="Google Shape;205;p37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7088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4809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body"/>
          </p:nvPr>
        </p:nvSpPr>
        <p:spPr>
          <a:xfrm>
            <a:off x="4604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PlaceHolder 6"/>
          <p:cNvSpPr>
            <a:spLocks noGrp="1"/>
          </p:cNvSpPr>
          <p:nvPr>
            <p:ph type="body"/>
          </p:nvPr>
        </p:nvSpPr>
        <p:spPr>
          <a:xfrm>
            <a:off x="47088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PlaceHolder 7"/>
          <p:cNvSpPr>
            <a:spLocks noGrp="1"/>
          </p:cNvSpPr>
          <p:nvPr>
            <p:ph type="body"/>
          </p:nvPr>
        </p:nvSpPr>
        <p:spPr>
          <a:xfrm>
            <a:off x="1617120" y="3543120"/>
            <a:ext cx="997200" cy="22208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PlaceHolder 8"/>
          <p:cNvSpPr>
            <a:spLocks noGrp="1"/>
          </p:cNvSpPr>
          <p:nvPr>
            <p:ph type="body"/>
          </p:nvPr>
        </p:nvSpPr>
        <p:spPr>
          <a:xfrm>
            <a:off x="162756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PlaceHolder 9"/>
          <p:cNvSpPr>
            <a:spLocks noGrp="1"/>
          </p:cNvSpPr>
          <p:nvPr>
            <p:ph type="body"/>
          </p:nvPr>
        </p:nvSpPr>
        <p:spPr>
          <a:xfrm>
            <a:off x="160704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PlaceHolder 10"/>
          <p:cNvSpPr>
            <a:spLocks noGrp="1"/>
          </p:cNvSpPr>
          <p:nvPr>
            <p:ph type="body"/>
          </p:nvPr>
        </p:nvSpPr>
        <p:spPr>
          <a:xfrm>
            <a:off x="161712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PlaceHolder 11"/>
          <p:cNvSpPr>
            <a:spLocks noGrp="1"/>
          </p:cNvSpPr>
          <p:nvPr>
            <p:ph type="body"/>
          </p:nvPr>
        </p:nvSpPr>
        <p:spPr>
          <a:xfrm>
            <a:off x="2784240" y="35330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PlaceHolder 12"/>
          <p:cNvSpPr>
            <a:spLocks noGrp="1"/>
          </p:cNvSpPr>
          <p:nvPr>
            <p:ph type="body"/>
          </p:nvPr>
        </p:nvSpPr>
        <p:spPr>
          <a:xfrm>
            <a:off x="2794320" y="58730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PlaceHolder 13"/>
          <p:cNvSpPr>
            <a:spLocks noGrp="1"/>
          </p:cNvSpPr>
          <p:nvPr>
            <p:ph type="body"/>
          </p:nvPr>
        </p:nvSpPr>
        <p:spPr>
          <a:xfrm>
            <a:off x="2774160" y="16786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1" name="PlaceHolder 14"/>
          <p:cNvSpPr>
            <a:spLocks noGrp="1"/>
          </p:cNvSpPr>
          <p:nvPr>
            <p:ph type="body"/>
          </p:nvPr>
        </p:nvSpPr>
        <p:spPr>
          <a:xfrm>
            <a:off x="2784240" y="31388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PlaceHolder 15"/>
          <p:cNvSpPr>
            <a:spLocks noGrp="1"/>
          </p:cNvSpPr>
          <p:nvPr>
            <p:ph type="body"/>
          </p:nvPr>
        </p:nvSpPr>
        <p:spPr>
          <a:xfrm>
            <a:off x="3961440" y="35431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PlaceHolder 16"/>
          <p:cNvSpPr>
            <a:spLocks noGrp="1"/>
          </p:cNvSpPr>
          <p:nvPr>
            <p:ph type="body"/>
          </p:nvPr>
        </p:nvSpPr>
        <p:spPr>
          <a:xfrm>
            <a:off x="3937320" y="58831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4" name="PlaceHolder 17"/>
          <p:cNvSpPr>
            <a:spLocks noGrp="1"/>
          </p:cNvSpPr>
          <p:nvPr>
            <p:ph type="body"/>
          </p:nvPr>
        </p:nvSpPr>
        <p:spPr>
          <a:xfrm>
            <a:off x="3951360" y="16887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PlaceHolder 18"/>
          <p:cNvSpPr>
            <a:spLocks noGrp="1"/>
          </p:cNvSpPr>
          <p:nvPr>
            <p:ph type="body"/>
          </p:nvPr>
        </p:nvSpPr>
        <p:spPr>
          <a:xfrm>
            <a:off x="3961440" y="31492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PlaceHolder 19"/>
          <p:cNvSpPr>
            <a:spLocks noGrp="1"/>
          </p:cNvSpPr>
          <p:nvPr>
            <p:ph type="body"/>
          </p:nvPr>
        </p:nvSpPr>
        <p:spPr>
          <a:xfrm>
            <a:off x="512748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7" name="PlaceHolder 20"/>
          <p:cNvSpPr>
            <a:spLocks noGrp="1"/>
          </p:cNvSpPr>
          <p:nvPr>
            <p:ph type="body"/>
          </p:nvPr>
        </p:nvSpPr>
        <p:spPr>
          <a:xfrm>
            <a:off x="513756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8" name="PlaceHolder 21"/>
          <p:cNvSpPr>
            <a:spLocks noGrp="1"/>
          </p:cNvSpPr>
          <p:nvPr>
            <p:ph type="body"/>
          </p:nvPr>
        </p:nvSpPr>
        <p:spPr>
          <a:xfrm>
            <a:off x="511740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PlaceHolder 22"/>
          <p:cNvSpPr>
            <a:spLocks noGrp="1"/>
          </p:cNvSpPr>
          <p:nvPr>
            <p:ph type="body"/>
          </p:nvPr>
        </p:nvSpPr>
        <p:spPr>
          <a:xfrm>
            <a:off x="512748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PlaceHolder 23"/>
          <p:cNvSpPr>
            <a:spLocks noGrp="1"/>
          </p:cNvSpPr>
          <p:nvPr>
            <p:ph type="body"/>
          </p:nvPr>
        </p:nvSpPr>
        <p:spPr>
          <a:xfrm>
            <a:off x="6294240" y="354744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PlaceHolder 24"/>
          <p:cNvSpPr>
            <a:spLocks noGrp="1"/>
          </p:cNvSpPr>
          <p:nvPr>
            <p:ph type="body"/>
          </p:nvPr>
        </p:nvSpPr>
        <p:spPr>
          <a:xfrm>
            <a:off x="6304680" y="588744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2" name="PlaceHolder 25"/>
          <p:cNvSpPr>
            <a:spLocks noGrp="1"/>
          </p:cNvSpPr>
          <p:nvPr>
            <p:ph type="body"/>
          </p:nvPr>
        </p:nvSpPr>
        <p:spPr>
          <a:xfrm>
            <a:off x="6284160" y="169308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PlaceHolder 26"/>
          <p:cNvSpPr>
            <a:spLocks noGrp="1"/>
          </p:cNvSpPr>
          <p:nvPr>
            <p:ph type="body"/>
          </p:nvPr>
        </p:nvSpPr>
        <p:spPr>
          <a:xfrm>
            <a:off x="6294240" y="315324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PlaceHolder 27"/>
          <p:cNvSpPr>
            <a:spLocks noGrp="1"/>
          </p:cNvSpPr>
          <p:nvPr>
            <p:ph type="body"/>
          </p:nvPr>
        </p:nvSpPr>
        <p:spPr>
          <a:xfrm>
            <a:off x="7471440" y="3557520"/>
            <a:ext cx="997200" cy="222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5" name="PlaceHolder 28"/>
          <p:cNvSpPr>
            <a:spLocks noGrp="1"/>
          </p:cNvSpPr>
          <p:nvPr>
            <p:ph type="body"/>
          </p:nvPr>
        </p:nvSpPr>
        <p:spPr>
          <a:xfrm>
            <a:off x="7447680" y="5897520"/>
            <a:ext cx="999720" cy="25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PlaceHolder 29"/>
          <p:cNvSpPr>
            <a:spLocks noGrp="1"/>
          </p:cNvSpPr>
          <p:nvPr>
            <p:ph type="body"/>
          </p:nvPr>
        </p:nvSpPr>
        <p:spPr>
          <a:xfrm>
            <a:off x="7461360" y="1703160"/>
            <a:ext cx="1010160" cy="1260720"/>
          </a:xfrm>
          <a:prstGeom prst="rect">
            <a:avLst/>
          </a:prstGeom>
          <a:solidFill>
            <a:srgbClr val="ebedf5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PlaceHolder 30"/>
          <p:cNvSpPr>
            <a:spLocks noGrp="1"/>
          </p:cNvSpPr>
          <p:nvPr>
            <p:ph type="body"/>
          </p:nvPr>
        </p:nvSpPr>
        <p:spPr>
          <a:xfrm>
            <a:off x="7471440" y="3163680"/>
            <a:ext cx="997200" cy="33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8" name="PlaceHolder 3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PlaceHolder 3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PlaceHolder 3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28560" y="364680"/>
            <a:ext cx="78861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76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28560" y="1825200"/>
            <a:ext cx="788616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3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5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760" indent="-228600" defTabSz="9147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dt" idx="35"/>
          </p:nvPr>
        </p:nvSpPr>
        <p:spPr>
          <a:xfrm>
            <a:off x="62856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ftr" idx="36"/>
          </p:nvPr>
        </p:nvSpPr>
        <p:spPr>
          <a:xfrm>
            <a:off x="3028680" y="6356520"/>
            <a:ext cx="3085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5"/>
          <p:cNvSpPr>
            <a:spLocks noGrp="1"/>
          </p:cNvSpPr>
          <p:nvPr>
            <p:ph type="sldNum" idx="37"/>
          </p:nvPr>
        </p:nvSpPr>
        <p:spPr>
          <a:xfrm>
            <a:off x="6458040" y="6356520"/>
            <a:ext cx="205668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1CF2B-A728-45A5-BDE1-A869F66ACB1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 Четыре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38;p38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body"/>
          </p:nvPr>
        </p:nvSpPr>
        <p:spPr>
          <a:xfrm>
            <a:off x="468720" y="1557000"/>
            <a:ext cx="193716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61" name="Google Shape;243;p38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PlaceHolder 5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3" name="PlaceHolder 6"/>
          <p:cNvSpPr>
            <a:spLocks noGrp="1"/>
          </p:cNvSpPr>
          <p:nvPr>
            <p:ph type="body"/>
          </p:nvPr>
        </p:nvSpPr>
        <p:spPr>
          <a:xfrm>
            <a:off x="2542320" y="15570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4" name="PlaceHolder 7"/>
          <p:cNvSpPr>
            <a:spLocks noGrp="1"/>
          </p:cNvSpPr>
          <p:nvPr>
            <p:ph type="body"/>
          </p:nvPr>
        </p:nvSpPr>
        <p:spPr>
          <a:xfrm>
            <a:off x="2550960" y="3808800"/>
            <a:ext cx="2919240" cy="20988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5" name="PlaceHolder 8"/>
          <p:cNvSpPr>
            <a:spLocks noGrp="1"/>
          </p:cNvSpPr>
          <p:nvPr>
            <p:ph type="body"/>
          </p:nvPr>
        </p:nvSpPr>
        <p:spPr>
          <a:xfrm>
            <a:off x="5615280" y="1557000"/>
            <a:ext cx="3058920" cy="43506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6" name="PlaceHolder 9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ото дв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49;p39"/>
          <p:cNvSpPr/>
          <p:nvPr/>
        </p:nvSpPr>
        <p:spPr>
          <a:xfrm>
            <a:off x="0" y="3205440"/>
            <a:ext cx="9143280" cy="365148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5187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268" name="PlaceHolder 1"/>
          <p:cNvSpPr>
            <a:spLocks noGrp="1"/>
          </p:cNvSpPr>
          <p:nvPr>
            <p:ph type="body"/>
          </p:nvPr>
        </p:nvSpPr>
        <p:spPr>
          <a:xfrm>
            <a:off x="468720" y="1953360"/>
            <a:ext cx="294732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3546000" y="1953360"/>
            <a:ext cx="4940280" cy="38862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271" name="Google Shape;253;p39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PlaceHolder 4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4" name="PlaceHolder 6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7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oadma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body"/>
          </p:nvPr>
        </p:nvSpPr>
        <p:spPr>
          <a:xfrm>
            <a:off x="2112480" y="21272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489600" y="212580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2527560" y="-4460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body"/>
          </p:nvPr>
        </p:nvSpPr>
        <p:spPr>
          <a:xfrm>
            <a:off x="3916440" y="-41173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0" name="PlaceHolder 5"/>
          <p:cNvSpPr>
            <a:spLocks noGrp="1"/>
          </p:cNvSpPr>
          <p:nvPr>
            <p:ph type="body"/>
          </p:nvPr>
        </p:nvSpPr>
        <p:spPr>
          <a:xfrm>
            <a:off x="5394600" y="-376812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1" name="PlaceHolder 6"/>
          <p:cNvSpPr>
            <a:spLocks noGrp="1"/>
          </p:cNvSpPr>
          <p:nvPr>
            <p:ph type="body"/>
          </p:nvPr>
        </p:nvSpPr>
        <p:spPr>
          <a:xfrm>
            <a:off x="2112480" y="347688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PlaceHolder 7"/>
          <p:cNvSpPr>
            <a:spLocks noGrp="1"/>
          </p:cNvSpPr>
          <p:nvPr>
            <p:ph type="body"/>
          </p:nvPr>
        </p:nvSpPr>
        <p:spPr>
          <a:xfrm>
            <a:off x="489600" y="34754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3" name="PlaceHolder 8"/>
          <p:cNvSpPr>
            <a:spLocks noGrp="1"/>
          </p:cNvSpPr>
          <p:nvPr>
            <p:ph type="body"/>
          </p:nvPr>
        </p:nvSpPr>
        <p:spPr>
          <a:xfrm>
            <a:off x="2112480" y="4829040"/>
            <a:ext cx="6540840" cy="117540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4" name="PlaceHolder 9"/>
          <p:cNvSpPr>
            <a:spLocks noGrp="1"/>
          </p:cNvSpPr>
          <p:nvPr>
            <p:ph type="body"/>
          </p:nvPr>
        </p:nvSpPr>
        <p:spPr>
          <a:xfrm>
            <a:off x="489600" y="4827240"/>
            <a:ext cx="1519560" cy="11970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85" name="Google Shape;267;p40"/>
          <p:cNvGrpSpPr/>
          <p:nvPr/>
        </p:nvGrpSpPr>
        <p:grpSpPr>
          <a:xfrm>
            <a:off x="2120040" y="1581120"/>
            <a:ext cx="6721560" cy="484920"/>
            <a:chOff x="2120040" y="1581120"/>
            <a:chExt cx="6721560" cy="484920"/>
          </a:xfrm>
        </p:grpSpPr>
        <p:sp>
          <p:nvSpPr>
            <p:cNvPr id="286" name="Google Shape;268;p40"/>
            <p:cNvSpPr/>
            <p:nvPr/>
          </p:nvSpPr>
          <p:spPr>
            <a:xfrm>
              <a:off x="2120040" y="1581120"/>
              <a:ext cx="6506640" cy="484920"/>
            </a:xfrm>
            <a:prstGeom prst="rect">
              <a:avLst/>
            </a:prstGeom>
            <a:solidFill>
              <a:srgbClr val="cccc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  <p:sp>
          <p:nvSpPr>
            <p:cNvPr id="287" name="Google Shape;269;p40"/>
            <p:cNvSpPr/>
            <p:nvPr/>
          </p:nvSpPr>
          <p:spPr>
            <a:xfrm rot="5400000">
              <a:off x="8492760" y="1717200"/>
              <a:ext cx="484920" cy="212760"/>
            </a:xfrm>
            <a:prstGeom prst="triangle">
              <a:avLst>
                <a:gd name="adj" fmla="val 50000"/>
              </a:avLst>
            </a:prstGeom>
            <a:solidFill>
              <a:srgbClr val="cccc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ru-RU" sz="1800" strike="noStrike" u="none">
                <a:solidFill>
                  <a:schemeClr val="lt1"/>
                </a:solidFill>
                <a:effectLst/>
                <a:uFillTx/>
                <a:latin typeface="Calibri"/>
                <a:ea typeface="Calibri"/>
              </a:endParaRPr>
            </a:p>
          </p:txBody>
        </p:sp>
      </p:grpSp>
      <p:sp>
        <p:nvSpPr>
          <p:cNvPr id="288" name="PlaceHolder 10"/>
          <p:cNvSpPr>
            <a:spLocks noGrp="1"/>
          </p:cNvSpPr>
          <p:nvPr>
            <p:ph type="body"/>
          </p:nvPr>
        </p:nvSpPr>
        <p:spPr>
          <a:xfrm>
            <a:off x="2871720" y="-31694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9" name="PlaceHolder 11"/>
          <p:cNvSpPr>
            <a:spLocks noGrp="1"/>
          </p:cNvSpPr>
          <p:nvPr>
            <p:ph type="body"/>
          </p:nvPr>
        </p:nvSpPr>
        <p:spPr>
          <a:xfrm>
            <a:off x="3922560" y="-28260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0" name="PlaceHolder 12"/>
          <p:cNvSpPr>
            <a:spLocks noGrp="1"/>
          </p:cNvSpPr>
          <p:nvPr>
            <p:ph type="body"/>
          </p:nvPr>
        </p:nvSpPr>
        <p:spPr>
          <a:xfrm>
            <a:off x="5222520" y="-247680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1" name="PlaceHolder 13"/>
          <p:cNvSpPr>
            <a:spLocks noGrp="1"/>
          </p:cNvSpPr>
          <p:nvPr>
            <p:ph type="body"/>
          </p:nvPr>
        </p:nvSpPr>
        <p:spPr>
          <a:xfrm>
            <a:off x="4967280" y="-1784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2" name="PlaceHolder 14"/>
          <p:cNvSpPr>
            <a:spLocks noGrp="1"/>
          </p:cNvSpPr>
          <p:nvPr>
            <p:ph type="body"/>
          </p:nvPr>
        </p:nvSpPr>
        <p:spPr>
          <a:xfrm>
            <a:off x="3916440" y="-14403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3" name="PlaceHolder 15"/>
          <p:cNvSpPr>
            <a:spLocks noGrp="1"/>
          </p:cNvSpPr>
          <p:nvPr>
            <p:ph type="body"/>
          </p:nvPr>
        </p:nvSpPr>
        <p:spPr>
          <a:xfrm>
            <a:off x="2349360" y="-10911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4" name="PlaceHolder 16"/>
          <p:cNvSpPr>
            <a:spLocks noGrp="1"/>
          </p:cNvSpPr>
          <p:nvPr>
            <p:ph type="body"/>
          </p:nvPr>
        </p:nvSpPr>
        <p:spPr>
          <a:xfrm>
            <a:off x="2244600" y="-5070600"/>
            <a:ext cx="106596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5" name="PlaceHolder 17"/>
          <p:cNvSpPr>
            <a:spLocks noGrp="1"/>
          </p:cNvSpPr>
          <p:nvPr>
            <p:ph type="body"/>
          </p:nvPr>
        </p:nvSpPr>
        <p:spPr>
          <a:xfrm>
            <a:off x="3337920" y="-50709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6" name="PlaceHolder 18"/>
          <p:cNvSpPr>
            <a:spLocks noGrp="1"/>
          </p:cNvSpPr>
          <p:nvPr>
            <p:ph type="body"/>
          </p:nvPr>
        </p:nvSpPr>
        <p:spPr>
          <a:xfrm>
            <a:off x="4473000" y="-507276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7" name="PlaceHolder 19"/>
          <p:cNvSpPr>
            <a:spLocks noGrp="1"/>
          </p:cNvSpPr>
          <p:nvPr>
            <p:ph type="body"/>
          </p:nvPr>
        </p:nvSpPr>
        <p:spPr>
          <a:xfrm>
            <a:off x="6976080" y="-5070240"/>
            <a:ext cx="1112400" cy="1371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8" name="PlaceHolder 20"/>
          <p:cNvSpPr>
            <a:spLocks noGrp="1"/>
          </p:cNvSpPr>
          <p:nvPr>
            <p:ph type="body"/>
          </p:nvPr>
        </p:nvSpPr>
        <p:spPr>
          <a:xfrm>
            <a:off x="489600" y="1581120"/>
            <a:ext cx="1519560" cy="439920"/>
          </a:xfrm>
          <a:prstGeom prst="rect">
            <a:avLst/>
          </a:prstGeom>
          <a:solidFill>
            <a:srgbClr val="f0f1f6"/>
          </a:solid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PlaceHolder 21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00" name="Google Shape;282;p40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PlaceHolder 22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2" name="PlaceHolder 23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3" name="PlaceHolder 24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4" name="PlaceHolder 25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Крупный список с иконкам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body"/>
          </p:nvPr>
        </p:nvSpPr>
        <p:spPr>
          <a:xfrm>
            <a:off x="1052640" y="238320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1052640" y="1958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body"/>
          </p:nvPr>
        </p:nvSpPr>
        <p:spPr>
          <a:xfrm>
            <a:off x="459360" y="19587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8" name="PlaceHolder 4"/>
          <p:cNvSpPr>
            <a:spLocks noGrp="1"/>
          </p:cNvSpPr>
          <p:nvPr>
            <p:ph type="body"/>
          </p:nvPr>
        </p:nvSpPr>
        <p:spPr>
          <a:xfrm>
            <a:off x="1052640" y="38275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9" name="PlaceHolder 5"/>
          <p:cNvSpPr>
            <a:spLocks noGrp="1"/>
          </p:cNvSpPr>
          <p:nvPr>
            <p:ph type="body"/>
          </p:nvPr>
        </p:nvSpPr>
        <p:spPr>
          <a:xfrm>
            <a:off x="1052640" y="34027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0" name="PlaceHolder 6"/>
          <p:cNvSpPr>
            <a:spLocks noGrp="1"/>
          </p:cNvSpPr>
          <p:nvPr>
            <p:ph type="body"/>
          </p:nvPr>
        </p:nvSpPr>
        <p:spPr>
          <a:xfrm>
            <a:off x="459360" y="340380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1" name="PlaceHolder 7"/>
          <p:cNvSpPr>
            <a:spLocks noGrp="1"/>
          </p:cNvSpPr>
          <p:nvPr>
            <p:ph type="body"/>
          </p:nvPr>
        </p:nvSpPr>
        <p:spPr>
          <a:xfrm>
            <a:off x="1052640" y="5272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2" name="PlaceHolder 8"/>
          <p:cNvSpPr>
            <a:spLocks noGrp="1"/>
          </p:cNvSpPr>
          <p:nvPr>
            <p:ph type="body"/>
          </p:nvPr>
        </p:nvSpPr>
        <p:spPr>
          <a:xfrm>
            <a:off x="1052640" y="484776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3" name="PlaceHolder 9"/>
          <p:cNvSpPr>
            <a:spLocks noGrp="1"/>
          </p:cNvSpPr>
          <p:nvPr>
            <p:ph type="body"/>
          </p:nvPr>
        </p:nvSpPr>
        <p:spPr>
          <a:xfrm>
            <a:off x="459360" y="484848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4" name="PlaceHolder 10"/>
          <p:cNvSpPr>
            <a:spLocks noGrp="1"/>
          </p:cNvSpPr>
          <p:nvPr>
            <p:ph type="body"/>
          </p:nvPr>
        </p:nvSpPr>
        <p:spPr>
          <a:xfrm>
            <a:off x="5158080" y="238356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5" name="PlaceHolder 11"/>
          <p:cNvSpPr>
            <a:spLocks noGrp="1"/>
          </p:cNvSpPr>
          <p:nvPr>
            <p:ph type="body"/>
          </p:nvPr>
        </p:nvSpPr>
        <p:spPr>
          <a:xfrm>
            <a:off x="5158080" y="1959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6" name="PlaceHolder 12"/>
          <p:cNvSpPr>
            <a:spLocks noGrp="1"/>
          </p:cNvSpPr>
          <p:nvPr>
            <p:ph type="body"/>
          </p:nvPr>
        </p:nvSpPr>
        <p:spPr>
          <a:xfrm>
            <a:off x="4564800" y="195912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7" name="PlaceHolder 13"/>
          <p:cNvSpPr>
            <a:spLocks noGrp="1"/>
          </p:cNvSpPr>
          <p:nvPr>
            <p:ph type="body"/>
          </p:nvPr>
        </p:nvSpPr>
        <p:spPr>
          <a:xfrm>
            <a:off x="5158080" y="382824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8" name="PlaceHolder 14"/>
          <p:cNvSpPr>
            <a:spLocks noGrp="1"/>
          </p:cNvSpPr>
          <p:nvPr>
            <p:ph type="body"/>
          </p:nvPr>
        </p:nvSpPr>
        <p:spPr>
          <a:xfrm>
            <a:off x="5158080" y="340344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9" name="PlaceHolder 15"/>
          <p:cNvSpPr>
            <a:spLocks noGrp="1"/>
          </p:cNvSpPr>
          <p:nvPr>
            <p:ph type="body"/>
          </p:nvPr>
        </p:nvSpPr>
        <p:spPr>
          <a:xfrm>
            <a:off x="4564800" y="340416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0" name="PlaceHolder 16"/>
          <p:cNvSpPr>
            <a:spLocks noGrp="1"/>
          </p:cNvSpPr>
          <p:nvPr>
            <p:ph type="body"/>
          </p:nvPr>
        </p:nvSpPr>
        <p:spPr>
          <a:xfrm>
            <a:off x="5158080" y="5272920"/>
            <a:ext cx="2712240" cy="596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1" name="PlaceHolder 17"/>
          <p:cNvSpPr>
            <a:spLocks noGrp="1"/>
          </p:cNvSpPr>
          <p:nvPr>
            <p:ph type="body"/>
          </p:nvPr>
        </p:nvSpPr>
        <p:spPr>
          <a:xfrm>
            <a:off x="5158080" y="4848120"/>
            <a:ext cx="2712240" cy="39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PlaceHolder 18"/>
          <p:cNvSpPr>
            <a:spLocks noGrp="1"/>
          </p:cNvSpPr>
          <p:nvPr>
            <p:ph type="body"/>
          </p:nvPr>
        </p:nvSpPr>
        <p:spPr>
          <a:xfrm>
            <a:off x="4564800" y="4848840"/>
            <a:ext cx="558720" cy="74340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3" name="PlaceHolder 19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24" name="Google Shape;306;p41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PlaceHolder 20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6" name="PlaceHolder 21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7" name="PlaceHolder 22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8" name="PlaceHolder 2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Крупный список с иконкам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body"/>
          </p:nvPr>
        </p:nvSpPr>
        <p:spPr>
          <a:xfrm>
            <a:off x="468720" y="169560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rIns="288000" tIns="21600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441360" y="-281520"/>
            <a:ext cx="7013520" cy="167544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ctr">
            <a:sp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331" name="Google Shape;313;p42" descr=""/>
          <p:cNvPicPr/>
          <p:nvPr/>
        </p:nvPicPr>
        <p:blipFill>
          <a:blip r:embed="rId2"/>
          <a:stretch/>
        </p:blipFill>
        <p:spPr>
          <a:xfrm>
            <a:off x="8139600" y="477360"/>
            <a:ext cx="5619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399960" y="753840"/>
            <a:ext cx="7040880" cy="32292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8389080" y="6499800"/>
            <a:ext cx="312480" cy="25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441360" y="6499440"/>
            <a:ext cx="7013520" cy="259200"/>
          </a:xfrm>
          <a:prstGeom prst="rect">
            <a:avLst/>
          </a:prstGeom>
          <a:noFill/>
          <a:ln w="0">
            <a:noFill/>
          </a:ln>
        </p:spPr>
        <p:txBody>
          <a:bodyPr lIns="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5" name="PlaceHolder 6"/>
          <p:cNvSpPr>
            <a:spLocks noGrp="1"/>
          </p:cNvSpPr>
          <p:nvPr>
            <p:ph type="body"/>
          </p:nvPr>
        </p:nvSpPr>
        <p:spPr>
          <a:xfrm>
            <a:off x="650160" y="22478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6" name="PlaceHolder 7"/>
          <p:cNvSpPr>
            <a:spLocks noGrp="1"/>
          </p:cNvSpPr>
          <p:nvPr>
            <p:ph type="body"/>
          </p:nvPr>
        </p:nvSpPr>
        <p:spPr>
          <a:xfrm>
            <a:off x="4356000" y="170532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rIns="288000" tIns="21600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7" name="PlaceHolder 8"/>
          <p:cNvSpPr>
            <a:spLocks noGrp="1"/>
          </p:cNvSpPr>
          <p:nvPr>
            <p:ph type="body"/>
          </p:nvPr>
        </p:nvSpPr>
        <p:spPr>
          <a:xfrm>
            <a:off x="4537440" y="225792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8" name="PlaceHolder 9"/>
          <p:cNvSpPr>
            <a:spLocks noGrp="1"/>
          </p:cNvSpPr>
          <p:nvPr>
            <p:ph type="body"/>
          </p:nvPr>
        </p:nvSpPr>
        <p:spPr>
          <a:xfrm>
            <a:off x="468720" y="378468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rIns="288000" tIns="21600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9" name="PlaceHolder 10"/>
          <p:cNvSpPr>
            <a:spLocks noGrp="1"/>
          </p:cNvSpPr>
          <p:nvPr>
            <p:ph type="body"/>
          </p:nvPr>
        </p:nvSpPr>
        <p:spPr>
          <a:xfrm>
            <a:off x="650160" y="433764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0" name="PlaceHolder 11"/>
          <p:cNvSpPr>
            <a:spLocks noGrp="1"/>
          </p:cNvSpPr>
          <p:nvPr>
            <p:ph type="body"/>
          </p:nvPr>
        </p:nvSpPr>
        <p:spPr>
          <a:xfrm>
            <a:off x="4356000" y="3794760"/>
            <a:ext cx="3705120" cy="1870920"/>
          </a:xfrm>
          <a:prstGeom prst="rect">
            <a:avLst/>
          </a:prstGeom>
          <a:solidFill>
            <a:srgbClr val="1e22aa"/>
          </a:solidFill>
          <a:ln w="0">
            <a:noFill/>
          </a:ln>
        </p:spPr>
        <p:txBody>
          <a:bodyPr lIns="252000" rIns="288000" tIns="21600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1" name="PlaceHolder 12"/>
          <p:cNvSpPr>
            <a:spLocks noGrp="1"/>
          </p:cNvSpPr>
          <p:nvPr>
            <p:ph type="body"/>
          </p:nvPr>
        </p:nvSpPr>
        <p:spPr>
          <a:xfrm>
            <a:off x="4537440" y="4347360"/>
            <a:ext cx="3309480" cy="1027800"/>
          </a:xfrm>
          <a:prstGeom prst="rect">
            <a:avLst/>
          </a:prstGeom>
          <a:noFill/>
          <a:ln w="0">
            <a:noFill/>
          </a:ln>
        </p:spPr>
        <p:txBody>
          <a:bodyPr lIns="36000" rIns="9144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1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2" name="PlaceHolder 1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Placeholder 2"/>
          <p:cNvSpPr/>
          <p:nvPr/>
        </p:nvSpPr>
        <p:spPr>
          <a:xfrm>
            <a:off x="273960" y="792000"/>
            <a:ext cx="8595360" cy="256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Анализ влияния доплеровской инерференции между 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поднесущими на помехоустойчивость систем связи с OFDM модуляцией 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Placeholder 2"/>
          <p:cNvSpPr/>
          <p:nvPr/>
        </p:nvSpPr>
        <p:spPr>
          <a:xfrm>
            <a:off x="1828440" y="4816080"/>
            <a:ext cx="7040880" cy="156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Физ. фак.</a:t>
            </a:r>
            <a:r>
              <a:rPr b="0" lang="en-US" sz="2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, </a:t>
            </a:r>
            <a:r>
              <a:rPr b="0" lang="ru-RU" sz="2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каф. ИТФИ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М.М. Сорохтин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8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А.А. Благодатин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228600" algn="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Text Placeholder 2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(1)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7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Подзаголовок 2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настоящее время актуальной задачей для развития сферы телекоммуникаций является создание группировок спутников для покрытия мобильной связью поверхности Земли. Такое покрытие должно существенно упростить обеспечение связи в труднодоступных местах, обеспечить глобальное покрытие и независимость от локальной наземной инфрастуктуры.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В данном контексте актуальным направлением является исследование различных факторов, влияющих на помехоустойчивость систем. Одним из таких факторов является эффект Доплера.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Text Placeholder 5"/>
          <p:cNvSpPr/>
          <p:nvPr/>
        </p:nvSpPr>
        <p:spPr>
          <a:xfrm>
            <a:off x="252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Введение (2)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0" name="Рисунок 6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Подзаголовок 6"/>
          <p:cNvSpPr/>
          <p:nvPr/>
        </p:nvSpPr>
        <p:spPr>
          <a:xfrm>
            <a:off x="252720" y="1155600"/>
            <a:ext cx="8530200" cy="554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современных системах передачи данных [1], использующих модуляцию с ортогональным частотным делением (OFDM), влияние эффекта Доплера может существенно сказаться на характеристиках принимаемого сигнала, таких как уровень искажений, скорость передачи данных и устойчивость к помехам.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Наряду со смещением частот, для борьбы с которым есть множество методов, возникает эффект масштабирования спектра, который приводит к возникновению интерференции между поднесущими (ICI, Inter Carrier Interference).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Placeholder 2"/>
          <p:cNvSpPr/>
          <p:nvPr/>
        </p:nvSpPr>
        <p:spPr>
          <a:xfrm>
            <a:off x="360360" y="50112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Цель работы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Подзаголовок 2"/>
          <p:cNvSpPr/>
          <p:nvPr/>
        </p:nvSpPr>
        <p:spPr>
          <a:xfrm>
            <a:off x="360360" y="973440"/>
            <a:ext cx="8259840" cy="45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Целью 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работы является исследование влияния доплеровского масштабирования спектра на характеристики OFDM сигнала.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 В работе ставились следующие задачи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Провести анализ литературы.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Проанализировать, как эффект масштабирования спектра, изолированный от других факторов, влияет на уровень интерференции между поднесущими (ICI).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Оценить непосредственное воздействие данного эффекта на вероятность битовой ошибки (BER) в системе связи с OFDM модуляцией.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indent="-4572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Calibri Light"/>
              <a:buAutoNum type="arabicPeriod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Установить граничные параметры системы при которых влиянием масштабирования спектра можно пренебречь.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OFDM </a:t>
            </a: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модуляция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Подзаголовок 2"/>
          <p:cNvSpPr/>
          <p:nvPr/>
        </p:nvSpPr>
        <p:spPr>
          <a:xfrm>
            <a:off x="403560" y="1140480"/>
            <a:ext cx="6274080" cy="44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b="0" lang="ru-RU" sz="1800" strike="noStrike" u="none">
              <a:solidFill>
                <a:schemeClr val="dk1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58" name="Подзаголовок 2"/>
          <p:cNvSpPr/>
          <p:nvPr/>
        </p:nvSpPr>
        <p:spPr>
          <a:xfrm>
            <a:off x="198360" y="1211400"/>
            <a:ext cx="8316000" cy="12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Данный вид модуляции подразумевает передачу суммы нескольких гармоник — поднесущих, частоты которых выбираются из условия ортогональности.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Подзаголовок 2"/>
          <p:cNvSpPr/>
          <p:nvPr/>
        </p:nvSpPr>
        <p:spPr>
          <a:xfrm>
            <a:off x="4456440" y="5713560"/>
            <a:ext cx="440352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1. </a:t>
            </a: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OFDM </a:t>
            </a: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сигнал в частотной области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Подзаголовок 2"/>
          <p:cNvSpPr/>
          <p:nvPr/>
        </p:nvSpPr>
        <p:spPr>
          <a:xfrm>
            <a:off x="3770640" y="2910960"/>
            <a:ext cx="904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(1)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Подзаголовок 2"/>
          <p:cNvSpPr/>
          <p:nvPr/>
        </p:nvSpPr>
        <p:spPr>
          <a:xfrm>
            <a:off x="3789000" y="4446360"/>
            <a:ext cx="1138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(2)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" descr=""/>
          <p:cNvPicPr/>
          <p:nvPr/>
        </p:nvPicPr>
        <p:blipFill>
          <a:blip r:embed="rId2"/>
          <a:srcRect l="17104" t="41158" r="35392" b="27724"/>
          <a:stretch/>
        </p:blipFill>
        <p:spPr>
          <a:xfrm>
            <a:off x="228960" y="2539080"/>
            <a:ext cx="3657240" cy="134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" descr=""/>
          <p:cNvPicPr/>
          <p:nvPr/>
        </p:nvPicPr>
        <p:blipFill>
          <a:blip r:embed="rId3"/>
          <a:srcRect l="27104" t="50047" r="45392" b="32168"/>
          <a:stretch/>
        </p:blipFill>
        <p:spPr>
          <a:xfrm>
            <a:off x="120960" y="4114800"/>
            <a:ext cx="25142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" descr=""/>
          <p:cNvPicPr/>
          <p:nvPr/>
        </p:nvPicPr>
        <p:blipFill>
          <a:blip r:embed="rId4"/>
          <a:srcRect l="27104" t="27825" r="27364" b="14390"/>
          <a:stretch/>
        </p:blipFill>
        <p:spPr>
          <a:xfrm>
            <a:off x="4572000" y="2514600"/>
            <a:ext cx="4162680" cy="2971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Placeholder 2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Эффект Доплера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6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Подзаголовок 2"/>
          <p:cNvSpPr/>
          <p:nvPr/>
        </p:nvSpPr>
        <p:spPr>
          <a:xfrm>
            <a:off x="65880" y="1066320"/>
            <a:ext cx="5722200" cy="44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Эффект доплеровского сдвига возникает при наличии радиальной скорости приемника/передатчика относительно друг друга.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Picture 2" descr=""/>
          <p:cNvPicPr/>
          <p:nvPr/>
        </p:nvPicPr>
        <p:blipFill>
          <a:blip r:embed="rId2"/>
          <a:srcRect l="0" t="0" r="0" b="22330"/>
          <a:stretch/>
        </p:blipFill>
        <p:spPr>
          <a:xfrm>
            <a:off x="5879520" y="920520"/>
            <a:ext cx="3263760" cy="397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Подзаголовок 2"/>
          <p:cNvSpPr/>
          <p:nvPr/>
        </p:nvSpPr>
        <p:spPr>
          <a:xfrm>
            <a:off x="5879520" y="5047200"/>
            <a:ext cx="290304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2. Схема для расчета доплеровского смещения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Подзаголовок 2"/>
          <p:cNvSpPr/>
          <p:nvPr/>
        </p:nvSpPr>
        <p:spPr>
          <a:xfrm>
            <a:off x="4456440" y="2513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(3)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Подзаголовок 1"/>
          <p:cNvSpPr/>
          <p:nvPr/>
        </p:nvSpPr>
        <p:spPr>
          <a:xfrm>
            <a:off x="4456440" y="3557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(4)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Подзаголовок 3"/>
          <p:cNvSpPr/>
          <p:nvPr/>
        </p:nvSpPr>
        <p:spPr>
          <a:xfrm>
            <a:off x="4456440" y="452952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(5)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" descr=""/>
          <p:cNvPicPr/>
          <p:nvPr/>
        </p:nvPicPr>
        <p:blipFill>
          <a:blip r:embed="rId3"/>
          <a:srcRect l="32104" t="45603" r="37892" b="32168"/>
          <a:stretch/>
        </p:blipFill>
        <p:spPr>
          <a:xfrm>
            <a:off x="685800" y="2514600"/>
            <a:ext cx="228600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 descr=""/>
          <p:cNvPicPr/>
          <p:nvPr/>
        </p:nvPicPr>
        <p:blipFill>
          <a:blip r:embed="rId4"/>
          <a:srcRect l="39604" t="41158" r="36093" b="45501"/>
          <a:stretch/>
        </p:blipFill>
        <p:spPr>
          <a:xfrm>
            <a:off x="793800" y="3552120"/>
            <a:ext cx="1828800" cy="56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" descr=""/>
          <p:cNvPicPr/>
          <p:nvPr/>
        </p:nvPicPr>
        <p:blipFill>
          <a:blip r:embed="rId5"/>
          <a:srcRect l="17104" t="32269" r="25392" b="36612"/>
          <a:stretch/>
        </p:blipFill>
        <p:spPr>
          <a:xfrm>
            <a:off x="433800" y="4258800"/>
            <a:ext cx="4193640" cy="127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Placeholder 1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Оценка ICI и SINR (1)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Рисунок 2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Подзаголовок 9"/>
          <p:cNvSpPr/>
          <p:nvPr/>
        </p:nvSpPr>
        <p:spPr>
          <a:xfrm>
            <a:off x="65880" y="1066320"/>
            <a:ext cx="8849520" cy="44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Основываясь на [7] можно получить выражение для сигнала на приемнике: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760">
              <a:lnSpc>
                <a:spcPct val="90000"/>
              </a:lnSpc>
              <a:spcBef>
                <a:spcPts val="1001"/>
              </a:spcBef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Подзаголовок 11"/>
          <p:cNvSpPr/>
          <p:nvPr/>
        </p:nvSpPr>
        <p:spPr>
          <a:xfrm>
            <a:off x="6797880" y="2297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(6)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Подзаголовок 12"/>
          <p:cNvSpPr/>
          <p:nvPr/>
        </p:nvSpPr>
        <p:spPr>
          <a:xfrm>
            <a:off x="4456440" y="355788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(5)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Подзаголовок 13"/>
          <p:cNvSpPr/>
          <p:nvPr/>
        </p:nvSpPr>
        <p:spPr>
          <a:xfrm>
            <a:off x="8337600" y="357912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(7)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2" name="" descr=""/>
          <p:cNvPicPr/>
          <p:nvPr/>
        </p:nvPicPr>
        <p:blipFill>
          <a:blip r:embed="rId2"/>
          <a:srcRect l="19604" t="31927" r="25392" b="50289"/>
          <a:stretch/>
        </p:blipFill>
        <p:spPr>
          <a:xfrm>
            <a:off x="457560" y="2057400"/>
            <a:ext cx="6288120" cy="1143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3" name="" descr=""/>
          <p:cNvPicPr/>
          <p:nvPr/>
        </p:nvPicPr>
        <p:blipFill>
          <a:blip r:embed="rId3"/>
          <a:srcRect l="20644" t="54723" r="11852" b="31937"/>
          <a:stretch/>
        </p:blipFill>
        <p:spPr>
          <a:xfrm>
            <a:off x="349200" y="3429000"/>
            <a:ext cx="8233560" cy="91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" descr=""/>
          <p:cNvPicPr/>
          <p:nvPr/>
        </p:nvPicPr>
        <p:blipFill>
          <a:blip r:embed="rId4"/>
          <a:srcRect l="21144" t="35545" r="33852" b="42226"/>
          <a:stretch/>
        </p:blipFill>
        <p:spPr>
          <a:xfrm>
            <a:off x="505800" y="4379400"/>
            <a:ext cx="4114440" cy="114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Подзаголовок 4"/>
          <p:cNvSpPr/>
          <p:nvPr/>
        </p:nvSpPr>
        <p:spPr>
          <a:xfrm>
            <a:off x="4917600" y="4659120"/>
            <a:ext cx="97452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(8) 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Placeholder 3"/>
          <p:cNvSpPr/>
          <p:nvPr/>
        </p:nvSpPr>
        <p:spPr>
          <a:xfrm>
            <a:off x="183240" y="40500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Оценка ICI и SINR (2)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7" name="Рисунок 4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8" name="Подзаголовок 5"/>
          <p:cNvSpPr/>
          <p:nvPr/>
        </p:nvSpPr>
        <p:spPr>
          <a:xfrm>
            <a:off x="457200" y="5792400"/>
            <a:ext cx="8402760" cy="48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algn="just" defTabSz="91476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3. Теоретические кривые для зависимости SINR от 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9" name="" descr=""/>
          <p:cNvPicPr/>
          <p:nvPr/>
        </p:nvPicPr>
        <p:blipFill>
          <a:blip r:embed="rId2"/>
          <a:srcRect l="17494" t="24619" r="12502" b="4262"/>
          <a:stretch/>
        </p:blipFill>
        <p:spPr>
          <a:xfrm>
            <a:off x="457200" y="914400"/>
            <a:ext cx="8229600" cy="470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1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Box 8"/>
          <p:cNvSpPr/>
          <p:nvPr/>
        </p:nvSpPr>
        <p:spPr>
          <a:xfrm>
            <a:off x="2286000" y="6172200"/>
            <a:ext cx="4859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4. Зависимость BER от SNR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" descr=""/>
          <p:cNvPicPr/>
          <p:nvPr/>
        </p:nvPicPr>
        <p:blipFill>
          <a:blip r:embed="rId2"/>
          <a:srcRect l="19994" t="13330" r="12502" b="11108"/>
          <a:stretch/>
        </p:blipFill>
        <p:spPr>
          <a:xfrm>
            <a:off x="686160" y="1143360"/>
            <a:ext cx="7772040" cy="4893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Placeholder 4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Результаты моделирования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5" name="Рисунок 5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6" name="TextBox 2"/>
          <p:cNvSpPr/>
          <p:nvPr/>
        </p:nvSpPr>
        <p:spPr>
          <a:xfrm>
            <a:off x="2286000" y="6172200"/>
            <a:ext cx="485928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28600" algn="just" defTabSz="91476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Рис. 5. Зависимость BER от SNR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7" name="" descr=""/>
          <p:cNvPicPr/>
          <p:nvPr/>
        </p:nvPicPr>
        <p:blipFill>
          <a:blip r:embed="rId2"/>
          <a:srcRect l="22494" t="22219" r="17502" b="6663"/>
          <a:stretch/>
        </p:blipFill>
        <p:spPr>
          <a:xfrm>
            <a:off x="614160" y="914400"/>
            <a:ext cx="8000640" cy="533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Выводы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Подзаголовок 2"/>
          <p:cNvSpPr/>
          <p:nvPr/>
        </p:nvSpPr>
        <p:spPr>
          <a:xfrm>
            <a:off x="198360" y="1577520"/>
            <a:ext cx="8424000" cy="44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В ходе работы были выполнены все вышеперечисленные задачи: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Проведен анализ литературы.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Получены оценки ICI и SINR.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Исследовано влияние эффекта на BER характеристики.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216000" algn="just" defTabSz="91476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Times New Roman"/>
                <a:ea typeface="Times New Roman"/>
              </a:rPr>
              <a:t> Установлены граничные параметры системы, начиная с которых эффект начинает вносить существенные изменения в помехоустойчивость системы (V &gt; 1000 м/c, N &gt; 512).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Text Placeholder 2"/>
          <p:cNvSpPr/>
          <p:nvPr/>
        </p:nvSpPr>
        <p:spPr>
          <a:xfrm>
            <a:off x="198360" y="573480"/>
            <a:ext cx="704088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36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Список литературы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2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Подзаголовок 2"/>
          <p:cNvSpPr/>
          <p:nvPr/>
        </p:nvSpPr>
        <p:spPr>
          <a:xfrm>
            <a:off x="198360" y="1197360"/>
            <a:ext cx="8424000" cy="44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1. Степутин А. Д., Николаев А. Н. Мобильная связь на пути к 6G: в 2 т. Т. 1. Москва; Вологда: Инфра-Инженерия, 2021. 416 с.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2. Майков Д. Ю., Вершинин А. С. Влияние эффектов Доплера на OFDM сигнал // Молодой ученый. 2014. № 21(80). С. 175–179.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3. Панько С. П., Поляк М. Г. Исследование битовых ошибок, обуслов ленных эффектом Доплера // Космическое приборостроение. 2018. Т. 2, № 2. С. 105–110.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4. Журавлёва Л. М., Нилов М. А., Лошкарев В. Л., Левшунов В. В. Оцен ка влияния эффекта Доплера на качество радиосвязи в условиях вы сокоскоростного движения // Мир транспорта. 2021. Т. 18, № 4. С. 54–71.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5. Dahlman E., Parkvall S., Sk¨old J. Background of LTE // 4G LTE/LTE Advanced for Mobile Broadband. Elsevier, 2011. P. 1–13.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6. LTE: The UMTS Long Term Evolution / Ed. by Stefania Sesia, Issam Toufik, Matthew Baker. Hoboken, NJ: Wiley-Blackwell, 2009.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7. Li K., Sun Z., Ning X., Diao M. Analysis of doppler frequency shift response mechanism based on OFDM system // MATEC Web of Conferences. 2018. Vol. 232.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algn="just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NSimSun"/>
              </a:rPr>
              <a:t>8. Goldsmith A. Wireless Communications. Cambridge University Press, 2005. P. 82-83.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Text Placeholder 2"/>
          <p:cNvSpPr/>
          <p:nvPr/>
        </p:nvSpPr>
        <p:spPr>
          <a:xfrm>
            <a:off x="1348560" y="2835000"/>
            <a:ext cx="688104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marL="457200" indent="-22860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ru-RU" sz="5400" strike="noStrike" u="none">
                <a:solidFill>
                  <a:srgbClr val="1e22aa"/>
                </a:solidFill>
                <a:effectLst/>
                <a:uFillTx/>
                <a:latin typeface="Times New Roman"/>
                <a:ea typeface="Poppins Medium"/>
              </a:rPr>
              <a:t>Спасибо за внимание!</a:t>
            </a:r>
            <a:endParaRPr b="0" lang="en-U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5" name="Рисунок 3" descr=""/>
          <p:cNvPicPr/>
          <p:nvPr/>
        </p:nvPicPr>
        <p:blipFill>
          <a:blip r:embed="rId1"/>
          <a:srcRect l="68281" t="40532" r="5313" b="13645"/>
          <a:stretch/>
        </p:blipFill>
        <p:spPr>
          <a:xfrm>
            <a:off x="8135280" y="477000"/>
            <a:ext cx="646920" cy="69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65979</TotalTime>
  <Application>LibreOffice/25.2.7.2$Windows_X86_64 LibreOffice_project/5cbfd1ab6520636bb5f7b99185aa69bd7456825d</Application>
  <AppVersion>15.0000</AppVersion>
  <Words>671</Words>
  <Paragraphs>55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2019-09-30T09:29:08Z</dcterms:created>
  <dc:creator>Microsoft Office User</dc:creator>
  <dc:description/>
  <dc:language>en-US</dc:language>
  <cp:lastModifiedBy/>
  <dcterms:modified xsi:type="dcterms:W3CDTF">2025-12-25T01:07:55Z</dcterms:modified>
  <cp:revision>1576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Произвольный</vt:lpwstr>
  </property>
  <property fmtid="{D5CDD505-2E9C-101B-9397-08002B2CF9AE}" pid="3" name="Slides">
    <vt:i4>12</vt:i4>
  </property>
</Properties>
</file>